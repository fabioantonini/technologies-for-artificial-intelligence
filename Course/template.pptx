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 7" descr="univa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82892"/>
            <a:ext cx="2377440" cy="103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2147483660" name="Logo 2147483660" descr="univaq_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6408" y="4530478"/>
            <a:ext cx="1051560" cy="45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1A1A1A"/>
      </a:dk1>
      <a:lt1>
        <a:sysClr val="window" lastClr="FFFFFF"/>
      </a:lt1>
      <a:dk2>
        <a:srgbClr val="1F497D"/>
      </a:dk2>
      <a:lt2>
        <a:srgbClr val="EEECE1"/>
      </a:lt2>
      <a:accent1>
        <a:srgbClr val="1F4E79"/>
      </a:accent1>
      <a:accent2>
        <a:srgbClr val="2E7D8A"/>
      </a:accent2>
      <a:accent3>
        <a:srgbClr val="F0BE50"/>
      </a:accent3>
      <a:accent4>
        <a:srgbClr val="4A5568"/>
      </a:accent4>
      <a:accent5>
        <a:srgbClr val="9C4221"/>
      </a:accent5>
      <a:accent6>
        <a:srgbClr val="1A1A1A"/>
      </a:accent6>
      <a:hlink>
        <a:srgbClr val="0000FF"/>
      </a:hlink>
      <a:folHlink>
        <a:srgbClr val="800080"/>
      </a:folHlink>
    </a:clrScheme>
    <a:fontScheme name="Office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1A1A1A"/>
      </a:dk1>
      <a:lt1>
        <a:sysClr val="window" lastClr="FFFFFF"/>
      </a:lt1>
      <a:dk2>
        <a:srgbClr val="44546A"/>
      </a:dk2>
      <a:lt2>
        <a:srgbClr val="E7E6E6"/>
      </a:lt2>
      <a:accent1>
        <a:srgbClr val="1F4E79"/>
      </a:accent1>
      <a:accent2>
        <a:srgbClr val="2E7D8A"/>
      </a:accent2>
      <a:accent3>
        <a:srgbClr val="F0BE50"/>
      </a:accent3>
      <a:accent4>
        <a:srgbClr val="4A5568"/>
      </a:accent4>
      <a:accent5>
        <a:srgbClr val="9C4221"/>
      </a:accent5>
      <a:accent6>
        <a:srgbClr val="1A1A1A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