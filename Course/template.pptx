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82892"/>
            <a:ext cx="2377440" cy="10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6408" y="4530478"/>
            <a:ext cx="1051560" cy="45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000FF"/>
      </a:hlink>
      <a:folHlink>
        <a:srgbClr val="800080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44546A"/>
      </a:dk2>
      <a:lt2>
        <a:srgbClr val="E7E6E6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