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740"/>
            <a:ext cx="8229600" cy="874395"/>
          </a:xfrm>
        </p:spPr>
        <p:txBody>
          <a:bodyPr anchor="b"/>
          <a:lstStyle>
            <a:lvl1pPr algn="l"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34440"/>
            <a:ext cx="8229600" cy="82296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  <a:lvl6pPr marL="1714500" indent="0">
              <a:buNone/>
              <a:defRPr/>
            </a:lvl6pPr>
            <a:lvl7pPr marL="2057400" indent="0">
              <a:buNone/>
              <a:defRPr/>
            </a:lvl7pPr>
            <a:lvl8pPr marL="2400300" indent="0">
              <a:buNone/>
              <a:defRPr/>
            </a:lvl8pPr>
            <a:lvl9pPr marL="2743200" indent="0"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2147483660" name="Logo 2147483660" descr="univaq_log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44546A"/>
      </a:dk2>
      <a:lt2>
        <a:srgbClr val="E7E6E6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