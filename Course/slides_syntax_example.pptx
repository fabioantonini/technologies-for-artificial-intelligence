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descr="univaq_logo.png" id="2147483660" name="Logo 214748366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Lesson 3 —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Technologies for Artificial Intelligence</a:t>
            </a:r>
            <a:br/>
            <a:br/>
            <a:r>
              <a:rPr/>
              <a:t>Fabio Antonini — Università degli Studi dell’Aquila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>
          <a:xfrm>
            <a:off x="457200" y="4767263"/>
            <a:ext cx="2133600" cy="273844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The regression problem</a:t>
            </a:r>
          </a:p>
          <a:p>
            <a:pPr lvl="0"/>
            <a:r>
              <a:rPr/>
              <a:t>Cost function</a:t>
            </a:r>
          </a:p>
          <a:p>
            <a:pPr lvl="0"/>
            <a:r>
              <a:rPr/>
              <a:t>Gradient descent</a:t>
            </a:r>
          </a:p>
          <a:p>
            <a:pPr lvl="0"/>
            <a:r>
              <a:rPr/>
              <a:t>Regularisation</a:t>
            </a:r>
          </a:p>
          <a:p>
            <a:pPr lvl="0"/>
            <a:r>
              <a:rPr/>
              <a:t>Hands-on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="http://schemas.openxmlformats.org/officeDocument/2006/math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regression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a function that maps features to a continuous target.</a:t>
                </a:r>
              </a:p>
              <a:p>
                <a:pPr lvl="0"/>
                <a:r>
                  <a:rPr/>
                  <a:t>Input: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Output: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double-struck"/>
                      </m:rPr>
                      <m:t>R</m:t>
                    </m:r>
                  </m:oMath>
                </a14:m>
              </a:p>
              <a:p>
                <a:pPr lvl="0"/>
                <a:r>
                  <a:rPr/>
                  <a:t>Model: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parameters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learned from data.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Least squares in one picture</a:t>
            </a:r>
          </a:p>
        </p:txBody>
      </p:sp>
      <p:pic>
        <p:nvPicPr>
          <p:cNvPr descr="univaq_lo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Least-squares fit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="http://schemas.openxmlformats.org/officeDocument/2006/math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mean squared error over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examples: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J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  <m:r>
                            <m:t>m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m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p>
                                    <m:e>
                                      <m: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  <a:r>
                  <a:rPr/>
                  <a:t> simplifies the derivative.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="http://schemas.openxmlformats.org/officeDocument/2006/math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the estimators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Closed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 to large </a:t>
                      </a:r>
                      <a14:m>
                        <m:oMath xmlns:m="http://schemas.openxmlformats.org/officeDocument/2006/math">
                          <m:r>
                            <m:t>n</m:t>
                          </m:r>
                        </m:oMath>
                      </a14:m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collinearity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equation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descent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LinearRegression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</a:t>
            </a:r>
            <a:br/>
            <a:r>
              <a:rPr>
                <a:latin typeface="Courier"/>
              </a:rPr>
              <a:t>model.fit(X_train, y_train)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(model.coef_, model.intercept_)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Underfitting</a:t>
            </a:r>
          </a:p>
          <a:p>
            <a:pPr lvl="0"/>
            <a:r>
              <a:rPr/>
              <a:t>High bias</a:t>
            </a:r>
          </a:p>
          <a:p>
            <a:pPr lvl="0"/>
            <a:r>
              <a:rPr/>
              <a:t>Poor on train and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8200" y="1200151"/>
            <a:ext cx="4038600" cy="339447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Overfitting</a:t>
            </a:r>
          </a:p>
          <a:p>
            <a:pPr lvl="0"/>
            <a:r>
              <a:rPr/>
              <a:t>High variance</a:t>
            </a:r>
          </a:p>
          <a:p>
            <a:pPr lvl="0"/>
            <a:r>
              <a:rPr/>
              <a:t>Great on train, poor on test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lvl="0"/>
            <a:r>
              <a:rPr/>
              <a:t>Regression predicts a continuous target</a:t>
            </a:r>
          </a:p>
          <a:p>
            <a:pPr lvl="0"/>
            <a:r>
              <a:rPr/>
              <a:t>MSE is the standard cost function</a:t>
            </a:r>
          </a:p>
          <a:p>
            <a:pPr lvl="0"/>
            <a:r>
              <a:rPr/>
              <a:t>Gradient descent scales where the normal equation does not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Regression</dc:title>
  <dc:creator>Fabio Antonini — Università degli Studi dell’Aquila</dc:creator>
  <cp:keywords/>
  <dcterms:created xsi:type="dcterms:W3CDTF">2026-08-16T12:18:58Z</dcterms:created>
  <dcterms:modified xsi:type="dcterms:W3CDTF">2026-08-16T12:18:58Z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9 October 2026</vt:lpwstr>
  </property>
  <property fmtid="{D5CDD505-2E9C-101B-9397-08002B2CF9AE}" pid="3" name="subtitle">
    <vt:lpwstr>Technologies for Artificial Intelligence</vt:lpwstr>
  </property>
</Properties>
</file>