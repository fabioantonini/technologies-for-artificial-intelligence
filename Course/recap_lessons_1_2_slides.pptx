
<file path=[Content_Types].xml><?xml version="1.0" encoding="utf-8"?>
<Types xmlns="http://schemas.openxmlformats.org/package/2006/content-types">
  <Default Extension="png" ContentType="image/png"/>
  <Default Extension="rels" ContentType="application/vnd.openxmlformats-package.relationships+xml"/>
  <Default Extension="xml" ContentType="application/xml"/>
  <Override PartName="/docProps/app.xml" ContentType="application/vnd.openxmlformats-officedocument.extended-properties+xml"/>
  <Override PartName="/docProps/core.xml" ContentType="application/vnd.openxmlformats-package.core-properties+xml"/>
  <Override PartName="/docProps/custom.xml" ContentType="application/vnd.openxmlformats-officedocument.custom-properties+xml"/>
  <Override PartName="/ppt/notesMasters/notesMaster1.xml" ContentType="application/vnd.openxmlformats-officedocument.presentationml.notesMaster+xml"/>
  <Override PartName="/ppt/notesSlides/notesSlide1.xml" ContentType="application/vnd.openxmlformats-officedocument.presentationml.notesSlide+xml"/>
  <Override PartName="/ppt/notesSlides/notesSlide2.xml" ContentType="application/vnd.openxmlformats-officedocument.presentationml.notesSlide+xml"/>
  <Override PartName="/ppt/presProps.xml" ContentType="application/vnd.openxmlformats-officedocument.presentationml.presProps+xml"/>
  <Override PartName="/ppt/presentation.xml" ContentType="application/vnd.openxmlformats-officedocument.presentationml.presentation.main+xml"/>
  <Override PartName="/ppt/slideLayouts/slideLayout1.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tableStyles.xml" ContentType="application/vnd.openxmlformats-officedocument.presentationml.tableStyles+xml"/>
  <Override PartName="/ppt/theme/theme1.xml" ContentType="application/vnd.openxmlformats-officedocument.theme+xml"/>
  <Override PartName="/ppt/theme/theme2.xml" ContentType="application/vnd.openxmlformats-officedocument.theme+xml"/>
  <Override PartName="/ppt/viewProps.xml" ContentType="application/vnd.openxmlformats-officedocument.presentationml.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 Id="rId2" Type="http://schemas.openxmlformats.org/package/2006/relationships/metadata/core-properties" Target="docProps/core.xml"/><Relationship Id="rId3" Type="http://schemas.openxmlformats.org/package/2006/relationships/metadata/extended-properties" Target="docProps/app.xml"/><Relationship Id="rId4" Type="http://schemas.openxmlformats.org/officeDocument/2006/relationships/custom-properties" Target="docProps/custom.xml"/></Relationships>
</file>

<file path=ppt/presentation.xml><?xml version="1.0" encoding="utf-8"?>
<p:presentation xmlns:a="http://schemas.openxmlformats.org/drawingml/2006/main" xmlns:p="http://schemas.openxmlformats.org/presentationml/2006/main" xmlns:r="http://schemas.openxmlformats.org/officeDocument/2006/relationships" autoCompressPictures="0" saveSubsetFonts="1">
  <p:sldMasterIdLst>
    <p:sldMasterId id="2147483648" r:id="rId1"/>
  </p:sldMasterIdLst>
  <p:notesMasterIdLst>
    <p:notesMasterId r:id="rId5"/>
  </p:notesMasterIdLst>
  <p:sldIdLst>
    <p:sldId id="256" r:id="rId2"/>
    <p:sldId id="257" r:id="rId3"/>
    <p:sldId id="258" r:id="rId4"/>
  </p:sldIdLst>
  <p:sldSz cx="9144000" cy="5143500" type="screen16x9"/>
  <p:notesSz cx="6858000" cy="9144000"/>
  <p:defaultTextStyle>
    <a:defPPr>
      <a:defRPr lang="en-US"/>
    </a:defPPr>
    <a:lvl1pPr algn="l" defTabSz="457200" eaLnBrk="1" hangingPunct="1" latinLnBrk="0" marL="0" rtl="0">
      <a:defRPr kern="1200" sz="1800">
        <a:solidFill>
          <a:schemeClr val="tx1"/>
        </a:solidFill>
        <a:latin typeface="+mn-lt"/>
        <a:ea typeface="+mn-ea"/>
        <a:cs typeface="+mn-cs"/>
      </a:defRPr>
    </a:lvl1pPr>
    <a:lvl2pPr algn="l" defTabSz="457200" eaLnBrk="1" hangingPunct="1" latinLnBrk="0" marL="457200" rtl="0">
      <a:defRPr kern="1200" sz="1800">
        <a:solidFill>
          <a:schemeClr val="tx1"/>
        </a:solidFill>
        <a:latin typeface="+mn-lt"/>
        <a:ea typeface="+mn-ea"/>
        <a:cs typeface="+mn-cs"/>
      </a:defRPr>
    </a:lvl2pPr>
    <a:lvl3pPr algn="l" defTabSz="457200" eaLnBrk="1" hangingPunct="1" latinLnBrk="0" marL="914400" rtl="0">
      <a:defRPr kern="1200" sz="1800">
        <a:solidFill>
          <a:schemeClr val="tx1"/>
        </a:solidFill>
        <a:latin typeface="+mn-lt"/>
        <a:ea typeface="+mn-ea"/>
        <a:cs typeface="+mn-cs"/>
      </a:defRPr>
    </a:lvl3pPr>
    <a:lvl4pPr algn="l" defTabSz="457200" eaLnBrk="1" hangingPunct="1" latinLnBrk="0" marL="1371600" rtl="0">
      <a:defRPr kern="1200" sz="1800">
        <a:solidFill>
          <a:schemeClr val="tx1"/>
        </a:solidFill>
        <a:latin typeface="+mn-lt"/>
        <a:ea typeface="+mn-ea"/>
        <a:cs typeface="+mn-cs"/>
      </a:defRPr>
    </a:lvl4pPr>
    <a:lvl5pPr algn="l" defTabSz="457200" eaLnBrk="1" hangingPunct="1" latinLnBrk="0" marL="1828800" rtl="0">
      <a:defRPr kern="1200" sz="1800">
        <a:solidFill>
          <a:schemeClr val="tx1"/>
        </a:solidFill>
        <a:latin typeface="+mn-lt"/>
        <a:ea typeface="+mn-ea"/>
        <a:cs typeface="+mn-cs"/>
      </a:defRPr>
    </a:lvl5pPr>
    <a:lvl6pPr algn="l" defTabSz="457200" eaLnBrk="1" hangingPunct="1" latinLnBrk="0" marL="2286000" rtl="0">
      <a:defRPr kern="1200" sz="1800">
        <a:solidFill>
          <a:schemeClr val="tx1"/>
        </a:solidFill>
        <a:latin typeface="+mn-lt"/>
        <a:ea typeface="+mn-ea"/>
        <a:cs typeface="+mn-cs"/>
      </a:defRPr>
    </a:lvl6pPr>
    <a:lvl7pPr algn="l" defTabSz="457200" eaLnBrk="1" hangingPunct="1" latinLnBrk="0" marL="2743200" rtl="0">
      <a:defRPr kern="1200" sz="1800">
        <a:solidFill>
          <a:schemeClr val="tx1"/>
        </a:solidFill>
        <a:latin typeface="+mn-lt"/>
        <a:ea typeface="+mn-ea"/>
        <a:cs typeface="+mn-cs"/>
      </a:defRPr>
    </a:lvl7pPr>
    <a:lvl8pPr algn="l" defTabSz="457200" eaLnBrk="1" hangingPunct="1" latinLnBrk="0" marL="3200400" rtl="0">
      <a:defRPr kern="1200" sz="1800">
        <a:solidFill>
          <a:schemeClr val="tx1"/>
        </a:solidFill>
        <a:latin typeface="+mn-lt"/>
        <a:ea typeface="+mn-ea"/>
        <a:cs typeface="+mn-cs"/>
      </a:defRPr>
    </a:lvl8pPr>
    <a:lvl9pPr algn="l" defTabSz="457200" eaLnBrk="1" hangingPunct="1" latinLnBrk="0" marL="3657600" rtl="0">
      <a:defRPr kern="1200" sz="1800">
        <a:solidFill>
          <a:schemeClr val="tx1"/>
        </a:solidFill>
        <a:latin typeface="+mn-lt"/>
        <a:ea typeface="+mn-ea"/>
        <a:cs typeface="+mn-cs"/>
      </a:defRPr>
    </a:lvl9pPr>
  </p:defaultTextStyle>
  <p:extLst>
    <p:ext uri="{EFAFB233-063F-42B5-8137-9DF3F51BA10A}">
      <p15:sldGuideLst xmlns:p15="http://schemas.microsoft.com/office/powerpoint/2012/main">
        <p15:guide id="1" orient="horz" pos="1620" userDrawn="1">
          <p15:clr>
            <a:srgbClr val="A4A3A4"/>
          </p15:clr>
        </p15:guide>
        <p15:guide id="2" pos="2880" userDrawn="1">
          <p15:clr>
            <a:srgbClr val="A4A3A4"/>
          </p15:clr>
        </p15:guide>
      </p15:sldGuideLst>
    </p:ext>
  </p:extLst>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0"/>
    </p:ext>
    <p:ext uri="{FD5EFAAD-0ECE-453E-9831-46B23BE46B34}">
      <p15:chartTrackingRefBased xmlns:p15="http://schemas.microsoft.com/office/powerpoint/2012/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p="http://schemas.openxmlformats.org/presentationml/2006/main" xmlns:r="http://schemas.openxmlformats.org/officeDocument/2006/relationships">
  <p:normalViewPr>
    <p:restoredLeft autoAdjust="0" sz="15643"/>
    <p:restoredTop autoAdjust="0" sz="94694"/>
  </p:normalViewPr>
  <p:slideViewPr>
    <p:cSldViewPr snapToGrid="0" snapToObjects="1">
      <p:cViewPr varScale="1">
        <p:scale>
          <a:sx d="100" n="161"/>
          <a:sy d="100" n="161"/>
        </p:scale>
        <p:origin x="560" y="200"/>
      </p:cViewPr>
      <p:guideLst>
        <p:guide orient="horz" pos="1620"/>
        <p:guide pos="2880"/>
      </p:guideLst>
    </p:cSldViewPr>
  </p:slideViewPr>
  <p:outlineViewPr>
    <p:cViewPr>
      <p:scale>
        <a:sx d="100" n="33"/>
        <a:sy d="100" n="33"/>
      </p:scale>
      <p:origin x="0" y="0"/>
    </p:cViewPr>
  </p:outlineViewPr>
  <p:notesTextViewPr>
    <p:cViewPr>
      <p:scale>
        <a:sx d="100" n="100"/>
        <a:sy d="100" n="100"/>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slide" Target="slides/slide1.xml"/><Relationship Id="rId3" Type="http://schemas.openxmlformats.org/officeDocument/2006/relationships/slide" Target="slides/slide2.xml"/><Relationship Id="rId4" Type="http://schemas.openxmlformats.org/officeDocument/2006/relationships/slide" Target="slides/slide3.xml"/><Relationship Id="rId5" Type="http://schemas.openxmlformats.org/officeDocument/2006/relationships/notesMaster" Target="notesMasters/notesMaster1.xml"/><Relationship Id="rId6" Type="http://schemas.openxmlformats.org/officeDocument/2006/relationships/presProps" Target="presProps.xml"/><Relationship Id="rId7" Type="http://schemas.openxmlformats.org/officeDocument/2006/relationships/viewProps" Target="viewProps.xml"/><Relationship Id="rId8" Type="http://schemas.openxmlformats.org/officeDocument/2006/relationships/theme" Target="theme/theme1.xml"/><Relationship Id="rId9" Type="http://schemas.openxmlformats.org/officeDocument/2006/relationships/tableStyles" Target="tableStyles.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0F9C1CCF-B725-44A7-AA57-5E433BD85C9F}" type="datetimeFigureOut">
              <a:rPr lang="en-US" smtClean="0"/>
              <a:t>1/2/22</a:t>
            </a:fld>
            <a:endParaRPr lang="en-US"/>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18BDFEC3-8487-43E8-A154-7C12CBC1FFF2}" type="slidenum">
              <a:rPr lang="en-US" smtClean="0"/>
              <a:t>‹#›</a:t>
            </a:fld>
            <a:endParaRPr lang="en-US"/>
          </a:p>
        </p:txBody>
      </p:sp>
    </p:spTree>
    <p:extLst>
      <p:ext uri="{BB962C8B-B14F-4D97-AF65-F5344CB8AC3E}">
        <p14:creationId xmlns:p14="http://schemas.microsoft.com/office/powerpoint/2010/main" val="3782709779"/>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xml"/></Relationships>
</file>

<file path=ppt/notesSlides/_rels/notesSlide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lvl="0" indent="0" marL="0">
              <a:buNone/>
            </a:pPr>
            <a:r>
              <a:rPr/>
              <a:t>A two-minute recap at the start of lesson 3, one line per idea. The 77% in the fourth bullet is why every step that learns goes inside the pipeline. Read the first bullet as one argument: we minimise the empirical risk, we care about the expected risk, and the held-out set is the only honest bridge between them.</a:t>
            </a:r>
          </a:p>
          <a:p>
            <a:pPr lvl="0" indent="0" marL="0">
              <a:buNone/>
            </a:pPr>
          </a:p>
          <a:p>
            <a:pPr lvl="0" indent="0" marL="0">
              <a:buNone/>
            </a:pPr>
            <a:r>
              <a:rPr/>
              <a:t>The 77% is the number lesson 1 left behind: pure noise, 5,000 random features, and a model that looks good only because the feature selection had seen the test rows. Ask the room which line of code caused it before saying it. Lesson 1 handout, sections 2 and 7.</a:t>
            </a:r>
          </a:p>
        </p:txBody>
      </p:sp>
      <p:sp>
        <p:nvSpPr>
          <p:cNvPr id="4" name="Slide Number Placeholder 3"/>
          <p:cNvSpPr>
            <a:spLocks noGrp="1"/>
          </p:cNvSpPr>
          <p:nvPr>
            <p:ph type="sldNum" sz="quarter" idx="10"/>
          </p:nvPr>
        </p:nvSpPr>
        <p:spPr/>
        <p:txBody>
          <a:bodyPr/>
          <a:lstStyle/>
          <a:p>
            <a:fld id="{18BDFEC3-8487-43E8-A154-7C12CBC1FFF2}" type="slidenum">
              <a:rPr lang="en-US"/>
              <a:t>2</a:t>
            </a:fld>
            <a:endParaRPr lang="en-US"/>
          </a:p>
        </p:txBody>
      </p:sp>
    </p:spTree>
  </p:cSld>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lvl="0" indent="0" marL="0">
              <a:buNone/>
            </a:pPr>
            <a:r>
              <a:rPr/>
              <a:t>On the second bullet, name the three reasons: missing completely at random (MCAR), at random (MAR, explained by other columns), not at random (MNAR, explained by the missing value itself). Filling with the mean weakens every correlation the column has, by about the square root of one minus the missing fraction.</a:t>
            </a:r>
          </a:p>
          <a:p>
            <a:pPr lvl="0" indent="0" marL="0">
              <a:buNone/>
            </a:pPr>
          </a:p>
          <a:p>
            <a:pPr lvl="0" indent="0" marL="0">
              <a:buNone/>
            </a:pPr>
            <a:r>
              <a:rPr/>
              <a:t>The 94 of 128 is lesson 2’s number: imputing with nearest neighbours before the split let most of the filled rows copy a test customer. Nothing raised an error, and the score looked good.</a:t>
            </a:r>
          </a:p>
          <a:p>
            <a:pPr lvl="0" indent="0" marL="0">
              <a:buNone/>
            </a:pPr>
          </a:p>
          <a:p>
            <a:pPr lvl="0" indent="0" marL="0">
              <a:buNone/>
            </a:pPr>
            <a:r>
              <a:rPr/>
              <a:t>Close on the last bullet, because it is the bridge to today: the models of lesson 3 go inside the same pipeline, after the same split. Lesson 2 handout, sections 3, 4 and 9.</a:t>
            </a:r>
          </a:p>
        </p:txBody>
      </p:sp>
      <p:sp>
        <p:nvSpPr>
          <p:cNvPr id="4" name="Slide Number Placeholder 3"/>
          <p:cNvSpPr>
            <a:spLocks noGrp="1"/>
          </p:cNvSpPr>
          <p:nvPr>
            <p:ph type="sldNum" sz="quarter" idx="10"/>
          </p:nvPr>
        </p:nvSpPr>
        <p:spPr/>
        <p:txBody>
          <a:bodyPr/>
          <a:lstStyle/>
          <a:p>
            <a:fld id="{18BDFEC3-8487-43E8-A154-7C12CBC1FFF2}" type="slidenum">
              <a:rPr lang="en-US"/>
              <a:t>3</a:t>
            </a:fld>
            <a:endParaRPr lang="en-US"/>
          </a:p>
        </p:txBody>
      </p:sp>
    </p:spTree>
  </p:cSld>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image" Target="../media/image1.png"/></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showMasterSp="0">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1597819"/>
            <a:ext cx="7772400" cy="1102519"/>
          </a:xfrm>
        </p:spPr>
        <p:txBody>
          <a:bodyPr/>
          <a:lstStyle/>
          <a:p>
            <a:r>
              <a:rPr lang="en-US"/>
              <a:t>Click to edit Master title style</a:t>
            </a:r>
          </a:p>
        </p:txBody>
      </p:sp>
      <p:sp>
        <p:nvSpPr>
          <p:cNvPr id="3" name="Subtitle 2"/>
          <p:cNvSpPr>
            <a:spLocks noGrp="1"/>
          </p:cNvSpPr>
          <p:nvPr>
            <p:ph type="subTitle" idx="1"/>
          </p:nvPr>
        </p:nvSpPr>
        <p:spPr>
          <a:xfrm>
            <a:off x="1371600" y="2914650"/>
            <a:ext cx="6400800" cy="1314450"/>
          </a:xfrm>
        </p:spPr>
        <p:txBody>
          <a:bodyPr/>
          <a:lstStyle>
            <a:lvl1pPr marL="0" indent="0" algn="ctr">
              <a:buNone/>
              <a:defRPr>
                <a:solidFill>
                  <a:schemeClr val="tx1">
                    <a:tint val="75000"/>
                  </a:schemeClr>
                </a:solidFill>
              </a:defRPr>
            </a:lvl1pPr>
            <a:lvl2pPr marL="342900" indent="0" algn="ctr">
              <a:buNone/>
              <a:defRPr>
                <a:solidFill>
                  <a:schemeClr val="tx1">
                    <a:tint val="75000"/>
                  </a:schemeClr>
                </a:solidFill>
              </a:defRPr>
            </a:lvl2pPr>
            <a:lvl3pPr marL="685800" indent="0" algn="ctr">
              <a:buNone/>
              <a:defRPr>
                <a:solidFill>
                  <a:schemeClr val="tx1">
                    <a:tint val="75000"/>
                  </a:schemeClr>
                </a:solidFill>
              </a:defRPr>
            </a:lvl3pPr>
            <a:lvl4pPr marL="1028700" indent="0" algn="ctr">
              <a:buNone/>
              <a:defRPr>
                <a:solidFill>
                  <a:schemeClr val="tx1">
                    <a:tint val="75000"/>
                  </a:schemeClr>
                </a:solidFill>
              </a:defRPr>
            </a:lvl4pPr>
            <a:lvl5pPr marL="1371600" indent="0" algn="ctr">
              <a:buNone/>
              <a:defRPr>
                <a:solidFill>
                  <a:schemeClr val="tx1">
                    <a:tint val="75000"/>
                  </a:schemeClr>
                </a:solidFill>
              </a:defRPr>
            </a:lvl5pPr>
            <a:lvl6pPr marL="1714500" indent="0" algn="ctr">
              <a:buNone/>
              <a:defRPr>
                <a:solidFill>
                  <a:schemeClr val="tx1">
                    <a:tint val="75000"/>
                  </a:schemeClr>
                </a:solidFill>
              </a:defRPr>
            </a:lvl6pPr>
            <a:lvl7pPr marL="2057400" indent="0" algn="ctr">
              <a:buNone/>
              <a:defRPr>
                <a:solidFill>
                  <a:schemeClr val="tx1">
                    <a:tint val="75000"/>
                  </a:schemeClr>
                </a:solidFill>
              </a:defRPr>
            </a:lvl7pPr>
            <a:lvl8pPr marL="2400300" indent="0" algn="ctr">
              <a:buNone/>
              <a:defRPr>
                <a:solidFill>
                  <a:schemeClr val="tx1">
                    <a:tint val="75000"/>
                  </a:schemeClr>
                </a:solidFill>
              </a:defRPr>
            </a:lvl8pPr>
            <a:lvl9pPr marL="2743200" indent="0" algn="ctr">
              <a:buNone/>
              <a:defRPr>
                <a:solidFill>
                  <a:schemeClr val="tx1">
                    <a:tint val="75000"/>
                  </a:schemeClr>
                </a:solidFill>
              </a:defRPr>
            </a:lvl9pPr>
          </a:lstStyle>
          <a:p>
            <a:r>
              <a:rPr lang="en-US"/>
              <a:t>Click to edit Master subtitle style</a:t>
            </a:r>
          </a:p>
        </p:txBody>
      </p:sp>
      <p:sp>
        <p:nvSpPr>
          <p:cNvPr id="4" name="Date Placeholder 3"/>
          <p:cNvSpPr>
            <a:spLocks noGrp="1"/>
          </p:cNvSpPr>
          <p:nvPr>
            <p:ph type="dt" sz="half" idx="10"/>
          </p:nvPr>
        </p:nvSpPr>
        <p:spPr/>
        <p:txBody>
          <a:bodyPr/>
          <a:lstStyle/>
          <a:p>
            <a:fld id="{241EB5C9-1307-BA42-ABA2-0BC069CD8E7F}" type="datetimeFigureOut">
              <a:rPr lang="en-US" smtClean="0"/>
              <a:t>1/2/22</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5EF2332-01BF-834F-8236-50238282D533}" type="slidenum">
              <a:rPr lang="en-US" smtClean="0"/>
              <a:t>‹#›</a:t>
            </a:fld>
            <a:endParaRPr lang="en-US"/>
          </a:p>
        </p:txBody>
      </p:sp>
      <p:pic>
        <p:nvPicPr>
          <p:cNvPr id="7" name="Logo 7" descr="univaq_logo.png"/>
          <p:cNvPicPr>
            <a:picLocks noChangeAspect="1"/>
          </p:cNvPicPr>
          <p:nvPr/>
        </p:nvPicPr>
        <p:blipFill>
          <a:blip r:embed="rId2"/>
          <a:stretch>
            <a:fillRect/>
          </a:stretch>
        </p:blipFill>
        <p:spPr>
          <a:xfrm>
            <a:off x="3383280" y="282892"/>
            <a:ext cx="2377440" cy="1037097"/>
          </a:xfrm>
          <a:prstGeom prst="rect">
            <a:avLst/>
          </a:prstGeom>
        </p:spPr>
      </p:pic>
    </p:spTree>
    <p:extLst>
      <p:ext uri="{BB962C8B-B14F-4D97-AF65-F5344CB8AC3E}">
        <p14:creationId xmlns:p14="http://schemas.microsoft.com/office/powerpoint/2010/main" val="1444357513"/>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Content Placeholder 2"/>
          <p:cNvSpPr>
            <a:spLocks noGrp="1"/>
          </p:cNvSpPr>
          <p:nvPr>
            <p:ph idx="1"/>
          </p:nvPr>
        </p:nvSpPr>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10"/>
          </p:nvPr>
        </p:nvSpPr>
        <p:spPr/>
        <p:txBody>
          <a:bodyPr/>
          <a:lstStyle/>
          <a:p>
            <a:fld id="{241EB5C9-1307-BA42-ABA2-0BC069CD8E7F}" type="datetimeFigureOut">
              <a:rPr lang="en-US" smtClean="0"/>
              <a:t>1/2/22</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5EF2332-01BF-834F-8236-50238282D533}" type="slidenum">
              <a:rPr lang="en-US" smtClean="0"/>
              <a:t>‹#›</a:t>
            </a:fld>
            <a:endParaRPr lang="en-US"/>
          </a:p>
        </p:txBody>
      </p:sp>
    </p:spTree>
    <p:extLst>
      <p:ext uri="{BB962C8B-B14F-4D97-AF65-F5344CB8AC3E}">
        <p14:creationId xmlns:p14="http://schemas.microsoft.com/office/powerpoint/2010/main" val="338346009"/>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3305176"/>
            <a:ext cx="7772400" cy="1021556"/>
          </a:xfrm>
        </p:spPr>
        <p:txBody>
          <a:bodyPr anchor="t"/>
          <a:lstStyle>
            <a:lvl1pPr algn="l">
              <a:defRPr sz="3000" b="1" cap="all"/>
            </a:lvl1pPr>
          </a:lstStyle>
          <a:p>
            <a:r>
              <a:rPr lang="en-US"/>
              <a:t>Click to edit Master title style</a:t>
            </a:r>
          </a:p>
        </p:txBody>
      </p:sp>
      <p:sp>
        <p:nvSpPr>
          <p:cNvPr id="3" name="Text Placeholder 2"/>
          <p:cNvSpPr>
            <a:spLocks noGrp="1"/>
          </p:cNvSpPr>
          <p:nvPr>
            <p:ph type="body" idx="1"/>
          </p:nvPr>
        </p:nvSpPr>
        <p:spPr>
          <a:xfrm>
            <a:off x="722313" y="2180035"/>
            <a:ext cx="7772400" cy="1125140"/>
          </a:xfrm>
        </p:spPr>
        <p:txBody>
          <a:bodyPr anchor="b"/>
          <a:lstStyle>
            <a:lvl1pPr marL="0" indent="0">
              <a:buNone/>
              <a:defRPr sz="1500">
                <a:solidFill>
                  <a:schemeClr val="tx1">
                    <a:tint val="75000"/>
                  </a:schemeClr>
                </a:solidFill>
              </a:defRPr>
            </a:lvl1pPr>
            <a:lvl2pPr marL="342900" indent="0">
              <a:buNone/>
              <a:defRPr sz="1350">
                <a:solidFill>
                  <a:schemeClr val="tx1">
                    <a:tint val="75000"/>
                  </a:schemeClr>
                </a:solidFill>
              </a:defRPr>
            </a:lvl2pPr>
            <a:lvl3pPr marL="685800" indent="0">
              <a:buNone/>
              <a:defRPr sz="1200">
                <a:solidFill>
                  <a:schemeClr val="tx1">
                    <a:tint val="75000"/>
                  </a:schemeClr>
                </a:solidFill>
              </a:defRPr>
            </a:lvl3pPr>
            <a:lvl4pPr marL="1028700" indent="0">
              <a:buNone/>
              <a:defRPr sz="1050">
                <a:solidFill>
                  <a:schemeClr val="tx1">
                    <a:tint val="75000"/>
                  </a:schemeClr>
                </a:solidFill>
              </a:defRPr>
            </a:lvl4pPr>
            <a:lvl5pPr marL="1371600" indent="0">
              <a:buNone/>
              <a:defRPr sz="1050">
                <a:solidFill>
                  <a:schemeClr val="tx1">
                    <a:tint val="75000"/>
                  </a:schemeClr>
                </a:solidFill>
              </a:defRPr>
            </a:lvl5pPr>
            <a:lvl6pPr marL="1714500" indent="0">
              <a:buNone/>
              <a:defRPr sz="1050">
                <a:solidFill>
                  <a:schemeClr val="tx1">
                    <a:tint val="75000"/>
                  </a:schemeClr>
                </a:solidFill>
              </a:defRPr>
            </a:lvl6pPr>
            <a:lvl7pPr marL="2057400" indent="0">
              <a:buNone/>
              <a:defRPr sz="1050">
                <a:solidFill>
                  <a:schemeClr val="tx1">
                    <a:tint val="75000"/>
                  </a:schemeClr>
                </a:solidFill>
              </a:defRPr>
            </a:lvl7pPr>
            <a:lvl8pPr marL="2400300" indent="0">
              <a:buNone/>
              <a:defRPr sz="1050">
                <a:solidFill>
                  <a:schemeClr val="tx1">
                    <a:tint val="75000"/>
                  </a:schemeClr>
                </a:solidFill>
              </a:defRPr>
            </a:lvl8pPr>
            <a:lvl9pPr marL="2743200" indent="0">
              <a:buNone/>
              <a:defRPr sz="1050">
                <a:solidFill>
                  <a:schemeClr val="tx1">
                    <a:tint val="75000"/>
                  </a:schemeClr>
                </a:solidFill>
              </a:defRPr>
            </a:lvl9pPr>
          </a:lstStyle>
          <a:p>
            <a:pPr lvl="0"/>
            <a:r>
              <a:rPr lang="en-US"/>
              <a:t>Click to edit Master text styles</a:t>
            </a:r>
          </a:p>
        </p:txBody>
      </p:sp>
      <p:sp>
        <p:nvSpPr>
          <p:cNvPr id="4" name="Date Placeholder 3"/>
          <p:cNvSpPr>
            <a:spLocks noGrp="1"/>
          </p:cNvSpPr>
          <p:nvPr>
            <p:ph type="dt" sz="half" idx="10"/>
          </p:nvPr>
        </p:nvSpPr>
        <p:spPr/>
        <p:txBody>
          <a:bodyPr/>
          <a:lstStyle/>
          <a:p>
            <a:fld id="{241EB5C9-1307-BA42-ABA2-0BC069CD8E7F}" type="datetimeFigureOut">
              <a:rPr lang="en-US" smtClean="0"/>
              <a:t>1/2/22</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5EF2332-01BF-834F-8236-50238282D533}" type="slidenum">
              <a:rPr lang="en-US" smtClean="0"/>
              <a:t>‹#›</a:t>
            </a:fld>
            <a:endParaRPr lang="en-US"/>
          </a:p>
        </p:txBody>
      </p:sp>
    </p:spTree>
    <p:extLst>
      <p:ext uri="{BB962C8B-B14F-4D97-AF65-F5344CB8AC3E}">
        <p14:creationId xmlns:p14="http://schemas.microsoft.com/office/powerpoint/2010/main" val="1073069076"/>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Content Placeholder 2"/>
          <p:cNvSpPr>
            <a:spLocks noGrp="1"/>
          </p:cNvSpPr>
          <p:nvPr>
            <p:ph sz="half" idx="1"/>
          </p:nvPr>
        </p:nvSpPr>
        <p:spPr>
          <a:xfrm>
            <a:off x="457200" y="1200151"/>
            <a:ext cx="4038600" cy="3394472"/>
          </a:xfrm>
        </p:spPr>
        <p:txBody>
          <a:bodyPr/>
          <a:lstStyle>
            <a:lvl1pPr>
              <a:defRPr sz="2100"/>
            </a:lvl1pPr>
            <a:lvl2pPr>
              <a:defRPr sz="1800"/>
            </a:lvl2pPr>
            <a:lvl3pPr>
              <a:defRPr sz="1500"/>
            </a:lvl3pPr>
            <a:lvl4pPr>
              <a:defRPr sz="1350"/>
            </a:lvl4pPr>
            <a:lvl5pPr>
              <a:defRPr sz="1350"/>
            </a:lvl5pPr>
            <a:lvl6pPr>
              <a:defRPr sz="1350"/>
            </a:lvl6pPr>
            <a:lvl7pPr>
              <a:defRPr sz="1350"/>
            </a:lvl7pPr>
            <a:lvl8pPr>
              <a:defRPr sz="1350"/>
            </a:lvl8pPr>
            <a:lvl9pPr>
              <a:defRPr sz="135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Content Placeholder 3"/>
          <p:cNvSpPr>
            <a:spLocks noGrp="1"/>
          </p:cNvSpPr>
          <p:nvPr>
            <p:ph sz="half" idx="2"/>
          </p:nvPr>
        </p:nvSpPr>
        <p:spPr>
          <a:xfrm>
            <a:off x="4648200" y="1200151"/>
            <a:ext cx="4038600" cy="3394472"/>
          </a:xfrm>
        </p:spPr>
        <p:txBody>
          <a:bodyPr/>
          <a:lstStyle>
            <a:lvl1pPr>
              <a:defRPr sz="2100"/>
            </a:lvl1pPr>
            <a:lvl2pPr>
              <a:defRPr sz="1800"/>
            </a:lvl2pPr>
            <a:lvl3pPr>
              <a:defRPr sz="1500"/>
            </a:lvl3pPr>
            <a:lvl4pPr>
              <a:defRPr sz="1350"/>
            </a:lvl4pPr>
            <a:lvl5pPr>
              <a:defRPr sz="1350"/>
            </a:lvl5pPr>
            <a:lvl6pPr>
              <a:defRPr sz="1350"/>
            </a:lvl6pPr>
            <a:lvl7pPr>
              <a:defRPr sz="1350"/>
            </a:lvl7pPr>
            <a:lvl8pPr>
              <a:defRPr sz="1350"/>
            </a:lvl8pPr>
            <a:lvl9pPr>
              <a:defRPr sz="135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Date Placeholder 4"/>
          <p:cNvSpPr>
            <a:spLocks noGrp="1"/>
          </p:cNvSpPr>
          <p:nvPr>
            <p:ph type="dt" sz="half" idx="10"/>
          </p:nvPr>
        </p:nvSpPr>
        <p:spPr/>
        <p:txBody>
          <a:bodyPr/>
          <a:lstStyle/>
          <a:p>
            <a:fld id="{241EB5C9-1307-BA42-ABA2-0BC069CD8E7F}" type="datetimeFigureOut">
              <a:rPr lang="en-US" smtClean="0"/>
              <a:t>1/2/22</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5EF2332-01BF-834F-8236-50238282D533}" type="slidenum">
              <a:rPr lang="en-US" smtClean="0"/>
              <a:t>‹#›</a:t>
            </a:fld>
            <a:endParaRPr lang="en-US"/>
          </a:p>
        </p:txBody>
      </p:sp>
    </p:spTree>
    <p:extLst>
      <p:ext uri="{BB962C8B-B14F-4D97-AF65-F5344CB8AC3E}">
        <p14:creationId xmlns:p14="http://schemas.microsoft.com/office/powerpoint/2010/main" val="2619886245"/>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a:t>Click to edit Master title style</a:t>
            </a:r>
          </a:p>
        </p:txBody>
      </p:sp>
      <p:sp>
        <p:nvSpPr>
          <p:cNvPr id="3" name="Text Placeholder 2"/>
          <p:cNvSpPr>
            <a:spLocks noGrp="1"/>
          </p:cNvSpPr>
          <p:nvPr>
            <p:ph type="body" idx="1"/>
          </p:nvPr>
        </p:nvSpPr>
        <p:spPr>
          <a:xfrm>
            <a:off x="457200" y="1151335"/>
            <a:ext cx="4040188" cy="479822"/>
          </a:xfrm>
        </p:spPr>
        <p:txBody>
          <a:bodyPr anchor="b"/>
          <a:lstStyle>
            <a:lvl1pPr marL="0" indent="0">
              <a:buNone/>
              <a:defRPr sz="1800" b="1"/>
            </a:lvl1pPr>
            <a:lvl2pPr marL="342900" indent="0">
              <a:buNone/>
              <a:defRPr sz="1500" b="1"/>
            </a:lvl2pPr>
            <a:lvl3pPr marL="685800" indent="0">
              <a:buNone/>
              <a:defRPr sz="1350" b="1"/>
            </a:lvl3pPr>
            <a:lvl4pPr marL="1028700" indent="0">
              <a:buNone/>
              <a:defRPr sz="1200" b="1"/>
            </a:lvl4pPr>
            <a:lvl5pPr marL="1371600" indent="0">
              <a:buNone/>
              <a:defRPr sz="1200" b="1"/>
            </a:lvl5pPr>
            <a:lvl6pPr marL="1714500" indent="0">
              <a:buNone/>
              <a:defRPr sz="1200" b="1"/>
            </a:lvl6pPr>
            <a:lvl7pPr marL="2057400" indent="0">
              <a:buNone/>
              <a:defRPr sz="1200" b="1"/>
            </a:lvl7pPr>
            <a:lvl8pPr marL="2400300" indent="0">
              <a:buNone/>
              <a:defRPr sz="1200" b="1"/>
            </a:lvl8pPr>
            <a:lvl9pPr marL="2743200" indent="0">
              <a:buNone/>
              <a:defRPr sz="1200" b="1"/>
            </a:lvl9pPr>
          </a:lstStyle>
          <a:p>
            <a:pPr lvl="0"/>
            <a:r>
              <a:rPr lang="en-US"/>
              <a:t>Click to edit Master text styles</a:t>
            </a:r>
          </a:p>
        </p:txBody>
      </p:sp>
      <p:sp>
        <p:nvSpPr>
          <p:cNvPr id="4" name="Content Placeholder 3"/>
          <p:cNvSpPr>
            <a:spLocks noGrp="1"/>
          </p:cNvSpPr>
          <p:nvPr>
            <p:ph sz="half" idx="2"/>
          </p:nvPr>
        </p:nvSpPr>
        <p:spPr>
          <a:xfrm>
            <a:off x="457200" y="1631156"/>
            <a:ext cx="4040188" cy="2963466"/>
          </a:xfrm>
        </p:spPr>
        <p:txBody>
          <a:bodyPr/>
          <a:lstStyle>
            <a:lvl1pPr>
              <a:defRPr sz="1800"/>
            </a:lvl1pPr>
            <a:lvl2pPr>
              <a:defRPr sz="1500"/>
            </a:lvl2pPr>
            <a:lvl3pPr>
              <a:defRPr sz="1350"/>
            </a:lvl3pPr>
            <a:lvl4pPr>
              <a:defRPr sz="1200"/>
            </a:lvl4pPr>
            <a:lvl5pPr>
              <a:defRPr sz="1200"/>
            </a:lvl5pPr>
            <a:lvl6pPr>
              <a:defRPr sz="1200"/>
            </a:lvl6pPr>
            <a:lvl7pPr>
              <a:defRPr sz="1200"/>
            </a:lvl7pPr>
            <a:lvl8pPr>
              <a:defRPr sz="1200"/>
            </a:lvl8pPr>
            <a:lvl9pPr>
              <a:defRPr sz="12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Text Placeholder 4"/>
          <p:cNvSpPr>
            <a:spLocks noGrp="1"/>
          </p:cNvSpPr>
          <p:nvPr>
            <p:ph type="body" sz="quarter" idx="3"/>
          </p:nvPr>
        </p:nvSpPr>
        <p:spPr>
          <a:xfrm>
            <a:off x="4645026" y="1151335"/>
            <a:ext cx="4041775" cy="479822"/>
          </a:xfrm>
        </p:spPr>
        <p:txBody>
          <a:bodyPr anchor="b"/>
          <a:lstStyle>
            <a:lvl1pPr marL="0" indent="0">
              <a:buNone/>
              <a:defRPr sz="1800" b="1"/>
            </a:lvl1pPr>
            <a:lvl2pPr marL="342900" indent="0">
              <a:buNone/>
              <a:defRPr sz="1500" b="1"/>
            </a:lvl2pPr>
            <a:lvl3pPr marL="685800" indent="0">
              <a:buNone/>
              <a:defRPr sz="1350" b="1"/>
            </a:lvl3pPr>
            <a:lvl4pPr marL="1028700" indent="0">
              <a:buNone/>
              <a:defRPr sz="1200" b="1"/>
            </a:lvl4pPr>
            <a:lvl5pPr marL="1371600" indent="0">
              <a:buNone/>
              <a:defRPr sz="1200" b="1"/>
            </a:lvl5pPr>
            <a:lvl6pPr marL="1714500" indent="0">
              <a:buNone/>
              <a:defRPr sz="1200" b="1"/>
            </a:lvl6pPr>
            <a:lvl7pPr marL="2057400" indent="0">
              <a:buNone/>
              <a:defRPr sz="1200" b="1"/>
            </a:lvl7pPr>
            <a:lvl8pPr marL="2400300" indent="0">
              <a:buNone/>
              <a:defRPr sz="1200" b="1"/>
            </a:lvl8pPr>
            <a:lvl9pPr marL="2743200" indent="0">
              <a:buNone/>
              <a:defRPr sz="1200" b="1"/>
            </a:lvl9pPr>
          </a:lstStyle>
          <a:p>
            <a:pPr lvl="0"/>
            <a:r>
              <a:rPr lang="en-US"/>
              <a:t>Click to edit Master text styles</a:t>
            </a:r>
          </a:p>
        </p:txBody>
      </p:sp>
      <p:sp>
        <p:nvSpPr>
          <p:cNvPr id="6" name="Content Placeholder 5"/>
          <p:cNvSpPr>
            <a:spLocks noGrp="1"/>
          </p:cNvSpPr>
          <p:nvPr>
            <p:ph sz="quarter" idx="4"/>
          </p:nvPr>
        </p:nvSpPr>
        <p:spPr>
          <a:xfrm>
            <a:off x="4645026" y="1631156"/>
            <a:ext cx="4041775" cy="2963466"/>
          </a:xfrm>
        </p:spPr>
        <p:txBody>
          <a:bodyPr/>
          <a:lstStyle>
            <a:lvl1pPr>
              <a:defRPr sz="1800"/>
            </a:lvl1pPr>
            <a:lvl2pPr>
              <a:defRPr sz="1500"/>
            </a:lvl2pPr>
            <a:lvl3pPr>
              <a:defRPr sz="1350"/>
            </a:lvl3pPr>
            <a:lvl4pPr>
              <a:defRPr sz="1200"/>
            </a:lvl4pPr>
            <a:lvl5pPr>
              <a:defRPr sz="1200"/>
            </a:lvl5pPr>
            <a:lvl6pPr>
              <a:defRPr sz="1200"/>
            </a:lvl6pPr>
            <a:lvl7pPr>
              <a:defRPr sz="1200"/>
            </a:lvl7pPr>
            <a:lvl8pPr>
              <a:defRPr sz="1200"/>
            </a:lvl8pPr>
            <a:lvl9pPr>
              <a:defRPr sz="12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7" name="Date Placeholder 6"/>
          <p:cNvSpPr>
            <a:spLocks noGrp="1"/>
          </p:cNvSpPr>
          <p:nvPr>
            <p:ph type="dt" sz="half" idx="10"/>
          </p:nvPr>
        </p:nvSpPr>
        <p:spPr/>
        <p:txBody>
          <a:bodyPr/>
          <a:lstStyle/>
          <a:p>
            <a:fld id="{241EB5C9-1307-BA42-ABA2-0BC069CD8E7F}" type="datetimeFigureOut">
              <a:rPr lang="en-US" smtClean="0"/>
              <a:t>1/2/22</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C5EF2332-01BF-834F-8236-50238282D533}" type="slidenum">
              <a:rPr lang="en-US" smtClean="0"/>
              <a:t>‹#›</a:t>
            </a:fld>
            <a:endParaRPr lang="en-US"/>
          </a:p>
        </p:txBody>
      </p:sp>
    </p:spTree>
    <p:extLst>
      <p:ext uri="{BB962C8B-B14F-4D97-AF65-F5344CB8AC3E}">
        <p14:creationId xmlns:p14="http://schemas.microsoft.com/office/powerpoint/2010/main" val="2535793967"/>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Date Placeholder 2"/>
          <p:cNvSpPr>
            <a:spLocks noGrp="1"/>
          </p:cNvSpPr>
          <p:nvPr>
            <p:ph type="dt" sz="half" idx="10"/>
          </p:nvPr>
        </p:nvSpPr>
        <p:spPr/>
        <p:txBody>
          <a:bodyPr/>
          <a:lstStyle/>
          <a:p>
            <a:fld id="{241EB5C9-1307-BA42-ABA2-0BC069CD8E7F}" type="datetimeFigureOut">
              <a:rPr lang="en-US" smtClean="0"/>
              <a:t>1/2/22</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C5EF2332-01BF-834F-8236-50238282D533}" type="slidenum">
              <a:rPr lang="en-US" smtClean="0"/>
              <a:t>‹#›</a:t>
            </a:fld>
            <a:endParaRPr lang="en-US"/>
          </a:p>
        </p:txBody>
      </p:sp>
    </p:spTree>
    <p:extLst>
      <p:ext uri="{BB962C8B-B14F-4D97-AF65-F5344CB8AC3E}">
        <p14:creationId xmlns:p14="http://schemas.microsoft.com/office/powerpoint/2010/main" val="3472721253"/>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241EB5C9-1307-BA42-ABA2-0BC069CD8E7F}" type="datetimeFigureOut">
              <a:rPr lang="en-US" smtClean="0"/>
              <a:t>1/2/22</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C5EF2332-01BF-834F-8236-50238282D533}" type="slidenum">
              <a:rPr lang="en-US" smtClean="0"/>
              <a:t>‹#›</a:t>
            </a:fld>
            <a:endParaRPr lang="en-US"/>
          </a:p>
        </p:txBody>
      </p:sp>
    </p:spTree>
    <p:extLst>
      <p:ext uri="{BB962C8B-B14F-4D97-AF65-F5344CB8AC3E}">
        <p14:creationId xmlns:p14="http://schemas.microsoft.com/office/powerpoint/2010/main" val="2130901097"/>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205740"/>
            <a:ext cx="8229600" cy="874395"/>
          </a:xfrm>
        </p:spPr>
        <p:txBody>
          <a:bodyPr anchor="b"/>
          <a:lstStyle>
            <a:lvl1pPr algn="l">
              <a:defRPr b="1"/>
            </a:lvl1pPr>
          </a:lstStyle>
          <a:p>
            <a:r>
              <a:rPr lang="en-US"/>
              <a:t>Click to edit Master title style</a:t>
            </a:r>
          </a:p>
        </p:txBody>
      </p:sp>
      <p:sp>
        <p:nvSpPr>
          <p:cNvPr id="3" name="Content Placeholder 2"/>
          <p:cNvSpPr>
            <a:spLocks noGrp="1"/>
          </p:cNvSpPr>
          <p:nvPr>
            <p:ph idx="1"/>
          </p:nvPr>
        </p:nvSpPr>
        <p:spPr>
          <a:xfrm>
            <a:off x="3575050" y="204788"/>
            <a:ext cx="5111750" cy="4389835"/>
          </a:xfrm>
        </p:spPr>
        <p:txBody>
          <a:bodyPr/>
          <a:lstStyle>
            <a:lvl1pPr>
              <a:defRPr/>
            </a:lvl1pPr>
            <a:lvl2pPr>
              <a:defRPr/>
            </a:lvl2pPr>
            <a:lvl3pPr>
              <a:defRPr/>
            </a:lvl3pPr>
            <a:lvl4pPr>
              <a:defRPr/>
            </a:lvl4pPr>
            <a:lvl5pPr>
              <a:defRPr/>
            </a:lvl5pPr>
            <a:lvl6pPr>
              <a:defRPr/>
            </a:lvl6pPr>
            <a:lvl7pPr>
              <a:defRPr/>
            </a:lvl7pPr>
            <a:lvl8pPr>
              <a:defRPr/>
            </a:lvl8pPr>
            <a:lvl9pPr>
              <a:defRPr/>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Text Placeholder 3"/>
          <p:cNvSpPr>
            <a:spLocks noGrp="1"/>
          </p:cNvSpPr>
          <p:nvPr>
            <p:ph type="body" sz="half" idx="2"/>
          </p:nvPr>
        </p:nvSpPr>
        <p:spPr>
          <a:xfrm>
            <a:off x="457200" y="1234440"/>
            <a:ext cx="8229600" cy="822960"/>
          </a:xfrm>
        </p:spPr>
        <p:txBody>
          <a:bodyPr/>
          <a:lstStyle>
            <a:lvl1pPr marL="0" indent="0">
              <a:buNone/>
              <a:defRPr/>
            </a:lvl1pPr>
            <a:lvl2pPr marL="342900" indent="0">
              <a:buNone/>
              <a:defRPr/>
            </a:lvl2pPr>
            <a:lvl3pPr marL="685800" indent="0">
              <a:buNone/>
              <a:defRPr/>
            </a:lvl3pPr>
            <a:lvl4pPr marL="1028700" indent="0">
              <a:buNone/>
              <a:defRPr/>
            </a:lvl4pPr>
            <a:lvl5pPr marL="1371600" indent="0">
              <a:buNone/>
              <a:defRPr/>
            </a:lvl5pPr>
            <a:lvl6pPr marL="1714500" indent="0">
              <a:buNone/>
              <a:defRPr/>
            </a:lvl6pPr>
            <a:lvl7pPr marL="2057400" indent="0">
              <a:buNone/>
              <a:defRPr/>
            </a:lvl7pPr>
            <a:lvl8pPr marL="2400300" indent="0">
              <a:buNone/>
              <a:defRPr/>
            </a:lvl8pPr>
            <a:lvl9pPr marL="2743200" indent="0">
              <a:buNone/>
              <a:defRPr/>
            </a:lvl9pPr>
          </a:lstStyle>
          <a:p>
            <a:pPr lvl="0"/>
            <a:r>
              <a:rPr lang="en-US"/>
              <a:t>Click to edit Master text styles</a:t>
            </a:r>
          </a:p>
        </p:txBody>
      </p:sp>
      <p:sp>
        <p:nvSpPr>
          <p:cNvPr id="5" name="Date Placeholder 4"/>
          <p:cNvSpPr>
            <a:spLocks noGrp="1"/>
          </p:cNvSpPr>
          <p:nvPr>
            <p:ph type="dt" sz="half" idx="10"/>
          </p:nvPr>
        </p:nvSpPr>
        <p:spPr/>
        <p:txBody>
          <a:bodyPr/>
          <a:lstStyle/>
          <a:p>
            <a:fld id="{241EB5C9-1307-BA42-ABA2-0BC069CD8E7F}" type="datetimeFigureOut">
              <a:rPr lang="en-US" smtClean="0"/>
              <a:t>1/2/22</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5EF2332-01BF-834F-8236-50238282D533}" type="slidenum">
              <a:rPr lang="en-US" smtClean="0"/>
              <a:t>‹#›</a:t>
            </a:fld>
            <a:endParaRPr lang="en-US"/>
          </a:p>
        </p:txBody>
      </p:sp>
    </p:spTree>
    <p:extLst>
      <p:ext uri="{BB962C8B-B14F-4D97-AF65-F5344CB8AC3E}">
        <p14:creationId xmlns:p14="http://schemas.microsoft.com/office/powerpoint/2010/main" val="3540895647"/>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205740"/>
            <a:ext cx="8229600" cy="874395"/>
          </a:xfrm>
        </p:spPr>
        <p:txBody>
          <a:bodyPr anchor="b"/>
          <a:lstStyle>
            <a:lvl1pPr algn="l">
              <a:defRPr b="1"/>
            </a:lvl1pPr>
          </a:lstStyle>
          <a:p>
            <a:r>
              <a:rPr lang="en-US"/>
              <a:t>Click to edit Master title style</a:t>
            </a:r>
          </a:p>
        </p:txBody>
      </p:sp>
      <p:sp>
        <p:nvSpPr>
          <p:cNvPr id="3" name="Picture Placeholder 2"/>
          <p:cNvSpPr>
            <a:spLocks noGrp="1"/>
          </p:cNvSpPr>
          <p:nvPr>
            <p:ph type="pic" idx="1"/>
          </p:nvPr>
        </p:nvSpPr>
        <p:spPr>
          <a:xfrm>
            <a:off x="457200" y="1234440"/>
            <a:ext cx="8229600" cy="822960"/>
          </a:xfrm>
        </p:spPr>
        <p:txBody>
          <a:bodyPr/>
          <a:lstStyle>
            <a:lvl1pPr marL="0" indent="0">
              <a:buNone/>
              <a:defRPr/>
            </a:lvl1pPr>
            <a:lvl2pPr marL="342900" indent="0">
              <a:buNone/>
              <a:defRPr/>
            </a:lvl2pPr>
            <a:lvl3pPr marL="685800" indent="0">
              <a:buNone/>
              <a:defRPr/>
            </a:lvl3pPr>
            <a:lvl4pPr marL="1028700" indent="0">
              <a:buNone/>
              <a:defRPr/>
            </a:lvl4pPr>
            <a:lvl5pPr marL="1371600" indent="0">
              <a:buNone/>
              <a:defRPr/>
            </a:lvl5pPr>
            <a:lvl6pPr marL="1714500" indent="0">
              <a:buNone/>
              <a:defRPr/>
            </a:lvl6pPr>
            <a:lvl7pPr marL="2057400" indent="0">
              <a:buNone/>
              <a:defRPr/>
            </a:lvl7pPr>
            <a:lvl8pPr marL="2400300" indent="0">
              <a:buNone/>
              <a:defRPr/>
            </a:lvl8pPr>
            <a:lvl9pPr marL="2743200" indent="0">
              <a:buNone/>
              <a:defRPr/>
            </a:lvl9pPr>
          </a:lstStyle>
          <a:p>
            <a:endParaRPr lang="en-US"/>
          </a:p>
        </p:txBody>
      </p:sp>
      <p:sp>
        <p:nvSpPr>
          <p:cNvPr id="4" name="Text Placeholder 3"/>
          <p:cNvSpPr>
            <a:spLocks noGrp="1"/>
          </p:cNvSpPr>
          <p:nvPr>
            <p:ph type="body" sz="half" idx="2"/>
          </p:nvPr>
        </p:nvSpPr>
        <p:spPr>
          <a:xfrm>
            <a:off x="457200" y="1234440"/>
            <a:ext cx="8229600" cy="822960"/>
          </a:xfrm>
        </p:spPr>
        <p:txBody>
          <a:bodyPr/>
          <a:lstStyle>
            <a:lvl1pPr marL="0" indent="0">
              <a:buNone/>
              <a:defRPr/>
            </a:lvl1pPr>
            <a:lvl2pPr marL="342900" indent="0">
              <a:buNone/>
              <a:defRPr/>
            </a:lvl2pPr>
            <a:lvl3pPr marL="685800" indent="0">
              <a:buNone/>
              <a:defRPr/>
            </a:lvl3pPr>
            <a:lvl4pPr marL="1028700" indent="0">
              <a:buNone/>
              <a:defRPr/>
            </a:lvl4pPr>
            <a:lvl5pPr marL="1371600" indent="0">
              <a:buNone/>
              <a:defRPr/>
            </a:lvl5pPr>
            <a:lvl6pPr marL="1714500" indent="0">
              <a:buNone/>
              <a:defRPr/>
            </a:lvl6pPr>
            <a:lvl7pPr marL="2057400" indent="0">
              <a:buNone/>
              <a:defRPr/>
            </a:lvl7pPr>
            <a:lvl8pPr marL="2400300" indent="0">
              <a:buNone/>
              <a:defRPr/>
            </a:lvl8pPr>
            <a:lvl9pPr marL="2743200" indent="0">
              <a:buNone/>
              <a:defRPr/>
            </a:lvl9pPr>
          </a:lstStyle>
          <a:p>
            <a:pPr lvl="0"/>
            <a:r>
              <a:rPr lang="en-US"/>
              <a:t>Click to edit Master text styles</a:t>
            </a:r>
          </a:p>
        </p:txBody>
      </p:sp>
      <p:sp>
        <p:nvSpPr>
          <p:cNvPr id="5" name="Date Placeholder 4"/>
          <p:cNvSpPr>
            <a:spLocks noGrp="1"/>
          </p:cNvSpPr>
          <p:nvPr>
            <p:ph type="dt" sz="half" idx="10"/>
          </p:nvPr>
        </p:nvSpPr>
        <p:spPr/>
        <p:txBody>
          <a:bodyPr/>
          <a:lstStyle/>
          <a:p>
            <a:fld id="{241EB5C9-1307-BA42-ABA2-0BC069CD8E7F}" type="datetimeFigureOut">
              <a:rPr lang="en-US" smtClean="0"/>
              <a:t>1/2/22</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5EF2332-01BF-834F-8236-50238282D533}" type="slidenum">
              <a:rPr lang="en-US" smtClean="0"/>
              <a:t>‹#›</a:t>
            </a:fld>
            <a:endParaRPr lang="en-US"/>
          </a:p>
        </p:txBody>
      </p:sp>
    </p:spTree>
    <p:extLst>
      <p:ext uri="{BB962C8B-B14F-4D97-AF65-F5344CB8AC3E}">
        <p14:creationId xmlns:p14="http://schemas.microsoft.com/office/powerpoint/2010/main" val="3566899855"/>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Vertical Text Placeholder 2"/>
          <p:cNvSpPr>
            <a:spLocks noGrp="1"/>
          </p:cNvSpPr>
          <p:nvPr>
            <p:ph type="body" orient="vert" idx="1"/>
          </p:nvPr>
        </p:nvSpPr>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10"/>
          </p:nvPr>
        </p:nvSpPr>
        <p:spPr/>
        <p:txBody>
          <a:bodyPr/>
          <a:lstStyle/>
          <a:p>
            <a:fld id="{241EB5C9-1307-BA42-ABA2-0BC069CD8E7F}" type="datetimeFigureOut">
              <a:rPr lang="en-US" smtClean="0"/>
              <a:t>1/2/22</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5EF2332-01BF-834F-8236-50238282D533}" type="slidenum">
              <a:rPr lang="en-US" smtClean="0"/>
              <a:t>‹#›</a:t>
            </a:fld>
            <a:endParaRPr lang="en-US"/>
          </a:p>
        </p:txBody>
      </p:sp>
    </p:spTree>
    <p:extLst>
      <p:ext uri="{BB962C8B-B14F-4D97-AF65-F5344CB8AC3E}">
        <p14:creationId xmlns:p14="http://schemas.microsoft.com/office/powerpoint/2010/main" val="313914798"/>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205979"/>
            <a:ext cx="2057400" cy="4388644"/>
          </a:xfrm>
        </p:spPr>
        <p:txBody>
          <a:bodyPr vert="eaVert"/>
          <a:lstStyle/>
          <a:p>
            <a:r>
              <a:rPr lang="en-US"/>
              <a:t>Click to edit Master title style</a:t>
            </a:r>
          </a:p>
        </p:txBody>
      </p:sp>
      <p:sp>
        <p:nvSpPr>
          <p:cNvPr id="3" name="Vertical Text Placeholder 2"/>
          <p:cNvSpPr>
            <a:spLocks noGrp="1"/>
          </p:cNvSpPr>
          <p:nvPr>
            <p:ph type="body" orient="vert" idx="1"/>
          </p:nvPr>
        </p:nvSpPr>
        <p:spPr>
          <a:xfrm>
            <a:off x="457200" y="205979"/>
            <a:ext cx="6019800" cy="4388644"/>
          </a:xfrm>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10"/>
          </p:nvPr>
        </p:nvSpPr>
        <p:spPr/>
        <p:txBody>
          <a:bodyPr/>
          <a:lstStyle/>
          <a:p>
            <a:fld id="{241EB5C9-1307-BA42-ABA2-0BC069CD8E7F}" type="datetimeFigureOut">
              <a:rPr lang="en-US" smtClean="0"/>
              <a:t>1/2/22</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5EF2332-01BF-834F-8236-50238282D533}" type="slidenum">
              <a:rPr lang="en-US" smtClean="0"/>
              <a:t>‹#›</a:t>
            </a:fld>
            <a:endParaRPr lang="en-US"/>
          </a:p>
        </p:txBody>
      </p:sp>
    </p:spTree>
    <p:extLst>
      <p:ext uri="{BB962C8B-B14F-4D97-AF65-F5344CB8AC3E}">
        <p14:creationId xmlns:p14="http://schemas.microsoft.com/office/powerpoint/2010/main" val="2581529045"/>
      </p:ext>
    </p:extLst>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5" Type="http://schemas.openxmlformats.org/officeDocument/2006/relationships/slideLayout" Target="../slideLayouts/slideLayout5.xml"/><Relationship Id="rId6" Type="http://schemas.openxmlformats.org/officeDocument/2006/relationships/slideLayout" Target="../slideLayouts/slideLayout6.xml"/><Relationship Id="rId7" Type="http://schemas.openxmlformats.org/officeDocument/2006/relationships/slideLayout" Target="../slideLayouts/slideLayout7.xml"/><Relationship Id="rId8" Type="http://schemas.openxmlformats.org/officeDocument/2006/relationships/slideLayout" Target="../slideLayouts/slideLayout8.xml"/><Relationship Id="rId9" Type="http://schemas.openxmlformats.org/officeDocument/2006/relationships/slideLayout" Target="../slideLayouts/slideLayout9.xml"/><Relationship Id="rId10" Type="http://schemas.openxmlformats.org/officeDocument/2006/relationships/slideLayout" Target="../slideLayouts/slideLayout10.xml"/><Relationship Id="rId11" Type="http://schemas.openxmlformats.org/officeDocument/2006/relationships/slideLayout" Target="../slideLayouts/slideLayout11.xml"/><Relationship Id="rId12" Type="http://schemas.openxmlformats.org/officeDocument/2006/relationships/theme" Target="../theme/theme1.xml"/><Relationship Id="rId13" Type="http://schemas.openxmlformats.org/officeDocument/2006/relationships/image" Target="../media/image1.png"/></Relationships>
</file>

<file path=ppt/slideMasters/slideMaster1.xml><?xml version="1.0" encoding="utf-8"?>
<p:sldMaster xmlns:a="http://schemas.openxmlformats.org/drawingml/2006/main" xmlns:p="http://schemas.openxmlformats.org/presentationml/2006/main" xmlns:r="http://schemas.openxmlformats.org/officeDocument/2006/relationships">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457200" y="205979"/>
            <a:ext cx="8229600" cy="857250"/>
          </a:xfrm>
          <a:prstGeom prst="rect">
            <a:avLst/>
          </a:prstGeom>
        </p:spPr>
        <p:txBody>
          <a:bodyPr anchor="ctr" bIns="45720" lIns="91440" rIns="91440" rtlCol="0" tIns="45720" vert="horz">
            <a:normAutofit/>
          </a:bodyPr>
          <a:lstStyle/>
          <a:p>
            <a:r>
              <a:rPr lang="en-US"/>
              <a:t>Click to edit Master title style</a:t>
            </a:r>
          </a:p>
        </p:txBody>
      </p:sp>
      <p:sp>
        <p:nvSpPr>
          <p:cNvPr id="3" name="Text Placeholder 2"/>
          <p:cNvSpPr>
            <a:spLocks noGrp="1"/>
          </p:cNvSpPr>
          <p:nvPr>
            <p:ph idx="1" type="body"/>
          </p:nvPr>
        </p:nvSpPr>
        <p:spPr>
          <a:xfrm>
            <a:off x="457200" y="1200151"/>
            <a:ext cx="8229600" cy="3394472"/>
          </a:xfrm>
          <a:prstGeom prst="rect">
            <a:avLst/>
          </a:prstGeom>
        </p:spPr>
        <p:txBody>
          <a:bodyPr bIns="45720" lIns="91440" rIns="91440" rtlCol="0" tIns="45720" vert="horz">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idx="2" sz="half" type="dt"/>
          </p:nvPr>
        </p:nvSpPr>
        <p:spPr>
          <a:xfrm>
            <a:off x="457200" y="4767263"/>
            <a:ext cx="2133600" cy="273844"/>
          </a:xfrm>
          <a:prstGeom prst="rect">
            <a:avLst/>
          </a:prstGeom>
        </p:spPr>
        <p:txBody>
          <a:bodyPr anchor="ctr" bIns="45720" lIns="91440" rIns="91440" rtlCol="0" tIns="45720" vert="horz"/>
          <a:lstStyle>
            <a:lvl1pPr algn="l">
              <a:defRPr sz="900">
                <a:solidFill>
                  <a:schemeClr val="tx1">
                    <a:tint val="75000"/>
                  </a:schemeClr>
                </a:solidFill>
              </a:defRPr>
            </a:lvl1pPr>
          </a:lstStyle>
          <a:p>
            <a:fld id="{241EB5C9-1307-BA42-ABA2-0BC069CD8E7F}" type="datetimeFigureOut">
              <a:rPr lang="en-US" smtClean="0"/>
              <a:t>1/2/22</a:t>
            </a:fld>
            <a:endParaRPr lang="en-US"/>
          </a:p>
        </p:txBody>
      </p:sp>
      <p:sp>
        <p:nvSpPr>
          <p:cNvPr id="5" name="Footer Placeholder 4"/>
          <p:cNvSpPr>
            <a:spLocks noGrp="1"/>
          </p:cNvSpPr>
          <p:nvPr>
            <p:ph idx="3" sz="quarter" type="ftr"/>
          </p:nvPr>
        </p:nvSpPr>
        <p:spPr>
          <a:xfrm>
            <a:off x="3124200" y="4767263"/>
            <a:ext cx="2895600" cy="273844"/>
          </a:xfrm>
          <a:prstGeom prst="rect">
            <a:avLst/>
          </a:prstGeom>
        </p:spPr>
        <p:txBody>
          <a:bodyPr anchor="ctr" bIns="45720" lIns="91440" rIns="91440" rtlCol="0" tIns="45720" vert="horz"/>
          <a:lstStyle>
            <a:lvl1pPr algn="ctr">
              <a:defRPr sz="900">
                <a:solidFill>
                  <a:schemeClr val="tx1">
                    <a:tint val="75000"/>
                  </a:schemeClr>
                </a:solidFill>
              </a:defRPr>
            </a:lvl1pPr>
          </a:lstStyle>
          <a:p>
            <a:endParaRPr lang="en-US"/>
          </a:p>
        </p:txBody>
      </p:sp>
      <p:sp>
        <p:nvSpPr>
          <p:cNvPr id="6" name="Slide Number Placeholder 5"/>
          <p:cNvSpPr>
            <a:spLocks noGrp="1"/>
          </p:cNvSpPr>
          <p:nvPr>
            <p:ph idx="4" sz="quarter" type="sldNum"/>
          </p:nvPr>
        </p:nvSpPr>
        <p:spPr>
          <a:xfrm>
            <a:off x="6553200" y="4767263"/>
            <a:ext cx="2133600" cy="273844"/>
          </a:xfrm>
          <a:prstGeom prst="rect">
            <a:avLst/>
          </a:prstGeom>
        </p:spPr>
        <p:txBody>
          <a:bodyPr anchor="ctr" bIns="45720" lIns="91440" rIns="91440" rtlCol="0" tIns="45720" vert="horz"/>
          <a:lstStyle>
            <a:lvl1pPr algn="r">
              <a:defRPr sz="900">
                <a:solidFill>
                  <a:schemeClr val="tx1">
                    <a:tint val="75000"/>
                  </a:schemeClr>
                </a:solidFill>
              </a:defRPr>
            </a:lvl1pPr>
          </a:lstStyle>
          <a:p>
            <a:fld id="{C5EF2332-01BF-834F-8236-50238282D533}" type="slidenum">
              <a:rPr lang="en-US" smtClean="0"/>
              <a:t>‹#›</a:t>
            </a:fld>
            <a:endParaRPr lang="en-US"/>
          </a:p>
        </p:txBody>
      </p:sp>
      <p:pic>
        <p:nvPicPr>
          <p:cNvPr descr="univaq_logo.png" id="7" name="Logo 7"/>
          <p:cNvPicPr>
            <a:picLocks noChangeAspect="1"/>
          </p:cNvPicPr>
          <p:nvPr/>
        </p:nvPicPr>
        <p:blipFill>
          <a:blip r:embed="rId13"/>
          <a:stretch>
            <a:fillRect/>
          </a:stretch>
        </p:blipFill>
        <p:spPr>
          <a:xfrm>
            <a:off x="7836408" y="4530478"/>
            <a:ext cx="1051560" cy="458716"/>
          </a:xfrm>
          <a:prstGeom prst="rect">
            <a:avLst/>
          </a:prstGeom>
        </p:spPr>
      </p:pic>
    </p:spTree>
    <p:extLst>
      <p:ext uri="{BB962C8B-B14F-4D97-AF65-F5344CB8AC3E}">
        <p14:creationId xmlns:p14="http://schemas.microsoft.com/office/powerpoint/2010/main" val="3676200875"/>
      </p:ext>
    </p:extLst>
  </p:cSld>
  <p:clrMap accent1="accent1" accent2="accent2" accent3="accent3" accent4="accent4" accent5="accent5" accent6="accent6" bg1="lt1" bg2="lt2" folHlink="folHlink" hlink="hlink" tx1="dk1" tx2="dk2"/>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ctr" defTabSz="342900" eaLnBrk="1" hangingPunct="1" latinLnBrk="0" rtl="0">
        <a:spcBef>
          <a:spcPct val="0"/>
        </a:spcBef>
        <a:buNone/>
        <a:defRPr kern="1200" sz="3300">
          <a:solidFill>
            <a:schemeClr val="tx1"/>
          </a:solidFill>
          <a:latin typeface="+mj-lt"/>
          <a:ea typeface="+mj-ea"/>
          <a:cs typeface="+mj-cs"/>
        </a:defRPr>
      </a:lvl1pPr>
    </p:titleStyle>
    <p:bodyStyle>
      <a:lvl1pPr algn="l" defTabSz="342900" eaLnBrk="1" hangingPunct="1" indent="-342900" latinLnBrk="0" marL="342900" rtl="0">
        <a:spcBef>
          <a:spcPct val="20000"/>
        </a:spcBef>
        <a:buFont typeface="Arial"/>
        <a:buChar char="•"/>
        <a:defRPr kern="1200" sz="2400">
          <a:solidFill>
            <a:schemeClr val="tx1"/>
          </a:solidFill>
          <a:latin typeface="+mn-lt"/>
          <a:ea typeface="+mn-ea"/>
          <a:cs typeface="+mn-cs"/>
        </a:defRPr>
      </a:lvl1pPr>
      <a:lvl2pPr algn="l" defTabSz="342900" eaLnBrk="1" hangingPunct="1" indent="-342900" latinLnBrk="0" marL="685800" rtl="0">
        <a:spcBef>
          <a:spcPct val="20000"/>
        </a:spcBef>
        <a:buFont typeface="Arial"/>
        <a:buChar char="–"/>
        <a:defRPr kern="1200" sz="2100">
          <a:solidFill>
            <a:schemeClr val="tx1"/>
          </a:solidFill>
          <a:latin typeface="+mn-lt"/>
          <a:ea typeface="+mn-ea"/>
          <a:cs typeface="+mn-cs"/>
        </a:defRPr>
      </a:lvl2pPr>
      <a:lvl3pPr algn="l" defTabSz="342900" eaLnBrk="1" hangingPunct="1" indent="-342900" latinLnBrk="0" marL="1028700" rtl="0">
        <a:spcBef>
          <a:spcPct val="20000"/>
        </a:spcBef>
        <a:buFont typeface="Arial"/>
        <a:buChar char="•"/>
        <a:defRPr kern="1200" sz="1800">
          <a:solidFill>
            <a:schemeClr val="tx1"/>
          </a:solidFill>
          <a:latin typeface="+mn-lt"/>
          <a:ea typeface="+mn-ea"/>
          <a:cs typeface="+mn-cs"/>
        </a:defRPr>
      </a:lvl3pPr>
      <a:lvl4pPr algn="l" defTabSz="342900" eaLnBrk="1" hangingPunct="1" indent="-342900" latinLnBrk="0" marL="1371600" rtl="0">
        <a:spcBef>
          <a:spcPct val="20000"/>
        </a:spcBef>
        <a:buFont typeface="Arial"/>
        <a:buChar char="–"/>
        <a:defRPr kern="1200" sz="1500">
          <a:solidFill>
            <a:schemeClr val="tx1"/>
          </a:solidFill>
          <a:latin typeface="+mn-lt"/>
          <a:ea typeface="+mn-ea"/>
          <a:cs typeface="+mn-cs"/>
        </a:defRPr>
      </a:lvl4pPr>
      <a:lvl5pPr algn="l" defTabSz="342900" eaLnBrk="1" hangingPunct="1" indent="-342900" latinLnBrk="0" marL="1714500" rtl="0">
        <a:spcBef>
          <a:spcPct val="20000"/>
        </a:spcBef>
        <a:buFont typeface="Arial"/>
        <a:buChar char="»"/>
        <a:defRPr kern="1200" sz="1500">
          <a:solidFill>
            <a:schemeClr val="tx1"/>
          </a:solidFill>
          <a:latin typeface="+mn-lt"/>
          <a:ea typeface="+mn-ea"/>
          <a:cs typeface="+mn-cs"/>
        </a:defRPr>
      </a:lvl5pPr>
      <a:lvl6pPr algn="l" defTabSz="342900" eaLnBrk="1" hangingPunct="1" indent="-342900" latinLnBrk="0" marL="2057400" rtl="0">
        <a:spcBef>
          <a:spcPct val="20000"/>
        </a:spcBef>
        <a:buFont typeface="Arial"/>
        <a:buChar char="•"/>
        <a:defRPr kern="1200" sz="1500">
          <a:solidFill>
            <a:schemeClr val="tx1"/>
          </a:solidFill>
          <a:latin typeface="+mn-lt"/>
          <a:ea typeface="+mn-ea"/>
          <a:cs typeface="+mn-cs"/>
        </a:defRPr>
      </a:lvl6pPr>
      <a:lvl7pPr algn="l" defTabSz="342900" eaLnBrk="1" hangingPunct="1" indent="-342900" latinLnBrk="0" marL="2400300" rtl="0">
        <a:spcBef>
          <a:spcPct val="20000"/>
        </a:spcBef>
        <a:buFont typeface="Arial"/>
        <a:buChar char="•"/>
        <a:defRPr kern="1200" sz="1500">
          <a:solidFill>
            <a:schemeClr val="tx1"/>
          </a:solidFill>
          <a:latin typeface="+mn-lt"/>
          <a:ea typeface="+mn-ea"/>
          <a:cs typeface="+mn-cs"/>
        </a:defRPr>
      </a:lvl7pPr>
      <a:lvl8pPr algn="l" defTabSz="342900" eaLnBrk="1" hangingPunct="1" indent="-342900" latinLnBrk="0" marL="2743200" rtl="0">
        <a:spcBef>
          <a:spcPct val="20000"/>
        </a:spcBef>
        <a:buFont typeface="Arial"/>
        <a:buChar char="•"/>
        <a:defRPr kern="1200" sz="1500">
          <a:solidFill>
            <a:schemeClr val="tx1"/>
          </a:solidFill>
          <a:latin typeface="+mn-lt"/>
          <a:ea typeface="+mn-ea"/>
          <a:cs typeface="+mn-cs"/>
        </a:defRPr>
      </a:lvl8pPr>
      <a:lvl9pPr algn="l" defTabSz="342900" eaLnBrk="1" hangingPunct="1" indent="-342900" latinLnBrk="0" marL="3086100" rtl="0">
        <a:spcBef>
          <a:spcPct val="20000"/>
        </a:spcBef>
        <a:buFont typeface="Arial"/>
        <a:buChar char="•"/>
        <a:defRPr kern="1200" sz="1500">
          <a:solidFill>
            <a:schemeClr val="tx1"/>
          </a:solidFill>
          <a:latin typeface="+mn-lt"/>
          <a:ea typeface="+mn-ea"/>
          <a:cs typeface="+mn-cs"/>
        </a:defRPr>
      </a:lvl9pPr>
    </p:bodyStyle>
    <p:otherStyle>
      <a:defPPr>
        <a:defRPr lang="en-US"/>
      </a:defPPr>
      <a:lvl1pPr algn="l" defTabSz="342900" eaLnBrk="1" hangingPunct="1" latinLnBrk="0" marL="0" rtl="0">
        <a:defRPr kern="1200" sz="1350">
          <a:solidFill>
            <a:schemeClr val="tx1"/>
          </a:solidFill>
          <a:latin typeface="+mn-lt"/>
          <a:ea typeface="+mn-ea"/>
          <a:cs typeface="+mn-cs"/>
        </a:defRPr>
      </a:lvl1pPr>
      <a:lvl2pPr algn="l" defTabSz="342900" eaLnBrk="1" hangingPunct="1" latinLnBrk="0" marL="342900" rtl="0">
        <a:defRPr kern="1200" sz="1350">
          <a:solidFill>
            <a:schemeClr val="tx1"/>
          </a:solidFill>
          <a:latin typeface="+mn-lt"/>
          <a:ea typeface="+mn-ea"/>
          <a:cs typeface="+mn-cs"/>
        </a:defRPr>
      </a:lvl2pPr>
      <a:lvl3pPr algn="l" defTabSz="342900" eaLnBrk="1" hangingPunct="1" latinLnBrk="0" marL="685800" rtl="0">
        <a:defRPr kern="1200" sz="1350">
          <a:solidFill>
            <a:schemeClr val="tx1"/>
          </a:solidFill>
          <a:latin typeface="+mn-lt"/>
          <a:ea typeface="+mn-ea"/>
          <a:cs typeface="+mn-cs"/>
        </a:defRPr>
      </a:lvl3pPr>
      <a:lvl4pPr algn="l" defTabSz="342900" eaLnBrk="1" hangingPunct="1" latinLnBrk="0" marL="1028700" rtl="0">
        <a:defRPr kern="1200" sz="1350">
          <a:solidFill>
            <a:schemeClr val="tx1"/>
          </a:solidFill>
          <a:latin typeface="+mn-lt"/>
          <a:ea typeface="+mn-ea"/>
          <a:cs typeface="+mn-cs"/>
        </a:defRPr>
      </a:lvl4pPr>
      <a:lvl5pPr algn="l" defTabSz="342900" eaLnBrk="1" hangingPunct="1" latinLnBrk="0" marL="1371600" rtl="0">
        <a:defRPr kern="1200" sz="1350">
          <a:solidFill>
            <a:schemeClr val="tx1"/>
          </a:solidFill>
          <a:latin typeface="+mn-lt"/>
          <a:ea typeface="+mn-ea"/>
          <a:cs typeface="+mn-cs"/>
        </a:defRPr>
      </a:lvl5pPr>
      <a:lvl6pPr algn="l" defTabSz="342900" eaLnBrk="1" hangingPunct="1" latinLnBrk="0" marL="1714500" rtl="0">
        <a:defRPr kern="1200" sz="1350">
          <a:solidFill>
            <a:schemeClr val="tx1"/>
          </a:solidFill>
          <a:latin typeface="+mn-lt"/>
          <a:ea typeface="+mn-ea"/>
          <a:cs typeface="+mn-cs"/>
        </a:defRPr>
      </a:lvl6pPr>
      <a:lvl7pPr algn="l" defTabSz="342900" eaLnBrk="1" hangingPunct="1" latinLnBrk="0" marL="2057400" rtl="0">
        <a:defRPr kern="1200" sz="1350">
          <a:solidFill>
            <a:schemeClr val="tx1"/>
          </a:solidFill>
          <a:latin typeface="+mn-lt"/>
          <a:ea typeface="+mn-ea"/>
          <a:cs typeface="+mn-cs"/>
        </a:defRPr>
      </a:lvl7pPr>
      <a:lvl8pPr algn="l" defTabSz="342900" eaLnBrk="1" hangingPunct="1" latinLnBrk="0" marL="2400300" rtl="0">
        <a:defRPr kern="1200" sz="1350">
          <a:solidFill>
            <a:schemeClr val="tx1"/>
          </a:solidFill>
          <a:latin typeface="+mn-lt"/>
          <a:ea typeface="+mn-ea"/>
          <a:cs typeface="+mn-cs"/>
        </a:defRPr>
      </a:lvl8pPr>
      <a:lvl9pPr algn="l" defTabSz="342900" eaLnBrk="1" hangingPunct="1" latinLnBrk="0" marL="2743200" rtl="0">
        <a:defRPr kern="1200" sz="135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2.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ctrTitle"/>
          </p:nvPr>
        </p:nvSpPr>
        <p:spPr>
          <a:xfrm>
            <a:off x="685800" y="1597819"/>
            <a:ext cx="7772400" cy="1102519"/>
          </a:xfrm>
        </p:spPr>
        <p:txBody>
          <a:bodyPr/>
          <a:lstStyle/>
          <a:p>
            <a:pPr lvl="0" indent="0" marL="0">
              <a:buNone/>
            </a:pPr>
            <a:r>
              <a:rPr/>
              <a:t>Lessons 1 and 2: What to Keep</a:t>
            </a:r>
          </a:p>
        </p:txBody>
      </p:sp>
      <p:sp>
        <p:nvSpPr>
          <p:cNvPr id="3" name="Subtitle 2"/>
          <p:cNvSpPr>
            <a:spLocks noGrp="1"/>
          </p:cNvSpPr>
          <p:nvPr>
            <p:ph idx="1" type="subTitle"/>
          </p:nvPr>
        </p:nvSpPr>
        <p:spPr>
          <a:xfrm>
            <a:off x="1371600" y="2914650"/>
            <a:ext cx="6400800" cy="1314450"/>
          </a:xfrm>
        </p:spPr>
        <p:txBody>
          <a:bodyPr/>
          <a:lstStyle/>
          <a:p>
            <a:pPr lvl="0" indent="0" marL="0">
              <a:buNone/>
            </a:pPr>
            <a:r>
              <a:rPr/>
              <a:t>Technologies for Artificial Intelligence</a:t>
            </a:r>
            <a:br/>
            <a:br/>
            <a:r>
              <a:rPr/>
              <a:t>Fabio Antonini, Università degli Studi dell’Aquila</a:t>
            </a:r>
          </a:p>
        </p:txBody>
      </p:sp>
      <p:sp>
        <p:nvSpPr>
          <p:cNvPr id="4" name="Date Placeholder 3"/>
          <p:cNvSpPr>
            <a:spLocks noGrp="1"/>
          </p:cNvSpPr>
          <p:nvPr>
            <p:ph idx="10" sz="half" type="dt"/>
          </p:nvPr>
        </p:nvSpPr>
        <p:spPr>
          <a:xfrm>
            <a:off x="457200" y="4767263"/>
            <a:ext cx="2133600" cy="273844"/>
          </a:xfrm>
        </p:spPr>
        <p:txBody>
          <a:bodyPr/>
          <a:lstStyle/>
          <a:p>
            <a:pPr lvl="0" indent="0" marL="0">
              <a:buNone/>
            </a:pPr>
            <a:r>
              <a:rPr/>
              <a:t>A recap before lesson 3</a:t>
            </a:r>
          </a:p>
        </p:txBody>
      </p:sp>
    </p:spTree>
  </p:cSld>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457200" y="205979"/>
            <a:ext cx="8229600" cy="857250"/>
          </a:xfrm>
        </p:spPr>
        <p:txBody>
          <a:bodyPr/>
          <a:lstStyle/>
          <a:p>
            <a:pPr lvl="0" indent="0" marL="0">
              <a:buNone/>
            </a:pPr>
            <a:r>
              <a:rPr/>
              <a:t>Lesson 1: what to keep</a:t>
            </a:r>
          </a:p>
        </p:txBody>
      </p:sp>
      <p:sp>
        <p:nvSpPr>
          <p:cNvPr id="3" name="Content Placeholder 2"/>
          <p:cNvSpPr>
            <a:spLocks noGrp="1"/>
          </p:cNvSpPr>
          <p:nvPr>
            <p:ph idx="1"/>
          </p:nvPr>
        </p:nvSpPr>
        <p:spPr>
          <a:xfrm>
            <a:off x="457200" y="1200151"/>
            <a:ext cx="8229600" cy="3394472"/>
          </a:xfrm>
        </p:spPr>
        <p:txBody>
          <a:bodyPr/>
          <a:lstStyle/>
          <a:p>
            <a:pPr lvl="0"/>
            <a:r>
              <a:rPr/>
              <a:t>We minimise the error on the sample but care about new data: so hold data out</a:t>
            </a:r>
          </a:p>
          <a:p>
            <a:pPr lvl="0"/>
            <a:r>
              <a:rPr/>
              <a:t>Baseline first: always “benign” scores </a:t>
            </a:r>
            <a:r>
              <a:rPr b="1"/>
              <a:t>62.9%</a:t>
            </a:r>
          </a:p>
          <a:p>
            <a:pPr lvl="0"/>
            <a:r>
              <a:rPr/>
              <a:t>With 1% positives: </a:t>
            </a:r>
            <a:r>
              <a:rPr b="1"/>
              <a:t>0.986</a:t>
            </a:r>
            <a:r>
              <a:rPr/>
              <a:t> accuracy, </a:t>
            </a:r>
            <a:r>
              <a:rPr b="1"/>
              <a:t>0</a:t>
            </a:r>
            <a:r>
              <a:rPr/>
              <a:t> recall</a:t>
            </a:r>
          </a:p>
          <a:p>
            <a:pPr lvl="0"/>
            <a:r>
              <a:rPr b="1"/>
              <a:t>77%</a:t>
            </a:r>
            <a:r>
              <a:rPr/>
              <a:t> on coin-flip labels, from choosing features before the split</a:t>
            </a:r>
          </a:p>
          <a:p>
            <a:pPr lvl="0"/>
            <a:r>
              <a:rPr/>
              <a:t>Four traps raise no error: leakage, imbalance, shortcuts, one split</a:t>
            </a:r>
          </a:p>
        </p:txBody>
      </p:sp>
    </p:spTree>
  </p:cSld>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457200" y="205979"/>
            <a:ext cx="8229600" cy="857250"/>
          </a:xfrm>
        </p:spPr>
        <p:txBody>
          <a:bodyPr/>
          <a:lstStyle/>
          <a:p>
            <a:pPr lvl="0" indent="0" marL="0">
              <a:buNone/>
            </a:pPr>
            <a:r>
              <a:rPr/>
              <a:t>Lesson 2: what to keep</a:t>
            </a:r>
          </a:p>
        </p:txBody>
      </p:sp>
      <p:sp>
        <p:nvSpPr>
          <p:cNvPr id="3" name="Content Placeholder 2"/>
          <p:cNvSpPr>
            <a:spLocks noGrp="1"/>
          </p:cNvSpPr>
          <p:nvPr>
            <p:ph idx="1"/>
          </p:nvPr>
        </p:nvSpPr>
        <p:spPr>
          <a:xfrm>
            <a:off x="457200" y="1200151"/>
            <a:ext cx="8229600" cy="3394472"/>
          </a:xfrm>
        </p:spPr>
        <p:txBody>
          <a:bodyPr/>
          <a:lstStyle/>
          <a:p>
            <a:pPr lvl="0"/>
            <a:r>
              <a:rPr/>
              <a:t>Look before you touch: types, gaps, shapes</a:t>
            </a:r>
          </a:p>
          <a:p>
            <a:pPr lvl="0"/>
            <a:r>
              <a:rPr/>
              <a:t>Ask </a:t>
            </a:r>
            <a:r>
              <a:rPr b="1"/>
              <a:t>why</a:t>
            </a:r>
            <a:r>
              <a:rPr/>
              <a:t> a value is missing, not how many</a:t>
            </a:r>
          </a:p>
          <a:p>
            <a:pPr lvl="0"/>
            <a:r>
              <a:rPr/>
              <a:t>A tenure of </a:t>
            </a:r>
            <a:r>
              <a:rPr b="1"/>
              <a:t>−3</a:t>
            </a:r>
            <a:r>
              <a:rPr/>
              <a:t> passes both outlier rules</a:t>
            </a:r>
          </a:p>
          <a:p>
            <a:pPr lvl="0"/>
            <a:r>
              <a:rPr/>
              <a:t>Every encoding makes a claim about categories</a:t>
            </a:r>
          </a:p>
          <a:p>
            <a:pPr lvl="0"/>
            <a:r>
              <a:rPr b="1"/>
              <a:t>94 of 128</a:t>
            </a:r>
            <a:r>
              <a:rPr/>
              <a:t> imputed rows borrowed from the test set</a:t>
            </a:r>
          </a:p>
          <a:p>
            <a:pPr lvl="0"/>
            <a:r>
              <a:rPr/>
              <a:t>What learns from data is fitted on training rows only</a:t>
            </a:r>
          </a:p>
        </p:txBody>
      </p:sp>
    </p:spTree>
  </p:cSld>
</p:sld>
</file>

<file path=ppt/theme/theme1.xml><?xml version="1.0" encoding="utf-8"?>
<a:theme xmlns:a="http://schemas.openxmlformats.org/drawingml/2006/main" name="Office Theme">
  <a:themeElements>
    <a:clrScheme name="Office">
      <a:dk1>
        <a:sysClr val="windowText" lastClr="1A1A1A"/>
      </a:dk1>
      <a:lt1>
        <a:sysClr val="window" lastClr="FFFFFF"/>
      </a:lt1>
      <a:dk2>
        <a:srgbClr val="1F497D"/>
      </a:dk2>
      <a:lt2>
        <a:srgbClr val="EEECE1"/>
      </a:lt2>
      <a:accent1>
        <a:srgbClr val="1F4E79"/>
      </a:accent1>
      <a:accent2>
        <a:srgbClr val="2E7D8A"/>
      </a:accent2>
      <a:accent3>
        <a:srgbClr val="F0BE50"/>
      </a:accent3>
      <a:accent4>
        <a:srgbClr val="4A5568"/>
      </a:accent4>
      <a:accent5>
        <a:srgbClr val="9C4221"/>
      </a:accent5>
      <a:accent6>
        <a:srgbClr val="1A1A1A"/>
      </a:accent6>
      <a:hlink>
        <a:srgbClr val="0000FF"/>
      </a:hlink>
      <a:folHlink>
        <a:srgbClr val="800080"/>
      </a:folHlink>
    </a:clrScheme>
    <a:fontScheme name="Office">
      <a:majorFont>
        <a:latin typeface="Segoe UI Semibold"/>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Segoe U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ppt/theme/theme2.xml><?xml version="1.0" encoding="utf-8"?>
<a:theme xmlns:a="http://schemas.openxmlformats.org/drawingml/2006/main" name="Office Theme">
  <a:themeElements>
    <a:clrScheme name="Office">
      <a:dk1>
        <a:sysClr val="windowText" lastClr="1A1A1A"/>
      </a:dk1>
      <a:lt1>
        <a:sysClr val="window" lastClr="FFFFFF"/>
      </a:lt1>
      <a:dk2>
        <a:srgbClr val="44546A"/>
      </a:dk2>
      <a:lt2>
        <a:srgbClr val="E7E6E6"/>
      </a:lt2>
      <a:accent1>
        <a:srgbClr val="1F4E79"/>
      </a:accent1>
      <a:accent2>
        <a:srgbClr val="2E7D8A"/>
      </a:accent2>
      <a:accent3>
        <a:srgbClr val="F0BE50"/>
      </a:accent3>
      <a:accent4>
        <a:srgbClr val="4A5568"/>
      </a:accent4>
      <a:accent5>
        <a:srgbClr val="9C4221"/>
      </a:accent5>
      <a:accent6>
        <a:srgbClr val="1A1A1A"/>
      </a:accent6>
      <a:hlink>
        <a:srgbClr val="0563C1"/>
      </a:hlink>
      <a:folHlink>
        <a:srgbClr val="954F72"/>
      </a:folHlink>
    </a:clrScheme>
    <a:fontScheme name="Office">
      <a:majorFont>
        <a:latin typeface="Segoe UI Semibold" panose="020F0302020204030204"/>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Segoe UI" panose="020F0502020204030204"/>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2</TotalTime>
  <Words>49</Words>
  <Application>Microsoft Macintosh PowerPoint</Application>
  <PresentationFormat>On-screen Show (16:9)</PresentationFormat>
  <Paragraphs>15</Paragraphs>
  <Slides>4</Slides>
  <Notes>2</Notes>
  <HiddenSlides>0</HiddenSlides>
  <MMClips>0</MMClips>
  <ScaleCrop>false</ScaleCrop>
  <HeadingPairs>
    <vt:vector size="6" baseType="variant">
      <vt:variant>
        <vt:lpstr>Fonts Used</vt:lpstr>
      </vt:variant>
      <vt:variant>
        <vt:i4>2</vt:i4>
      </vt:variant>
      <vt:variant>
        <vt:lpstr>Theme</vt:lpstr>
      </vt:variant>
      <vt:variant>
        <vt:i4>1</vt:i4>
      </vt:variant>
      <vt:variant>
        <vt:lpstr>Slide Titles</vt:lpstr>
      </vt:variant>
      <vt:variant>
        <vt:i4>4</vt:i4>
      </vt:variant>
    </vt:vector>
  </HeadingPairs>
  <TitlesOfParts>
    <vt:vector size="7" baseType="lpstr">
      <vt:lpstr>Arial</vt:lpstr>
      <vt:lpstr>Calibri</vt:lpstr>
      <vt:lpstr>Office Theme</vt:lpstr>
      <vt:lpstr>Presentation Title</vt:lpstr>
      <vt:lpstr>Slide Title</vt:lpstr>
      <vt:lpstr>Section header</vt:lpstr>
      <vt:lpstr>Slide Title for Two-Content</vt:lpstr>
    </vt:vector>
  </TitlesOfParts>
  <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Lessons 1 and 2: What to Keep</dc:title>
  <dc:creator>Fabio Antonini, Università degli Studi dell’Aquila</dc:creator>
  <cp:keywords/>
  <dcterms:created xsi:type="dcterms:W3CDTF">1980-01-01T00:00:00Z</dcterms:created>
  <dcterms:modified xsi:type="dcterms:W3CDTF">1980-01-01T00:00:00Z</dcterms:modified>
</cp:coreProperties>
</file>

<file path=docProps/custom.xml><?xml version="1.0" encoding="utf-8"?>
<Properties xmlns="http://schemas.openxmlformats.org/officeDocument/2006/custom-properties" xmlns:vt="http://schemas.openxmlformats.org/officeDocument/2006/docPropsVTypes">
  <property fmtid="{D5CDD505-2E9C-101B-9397-08002B2CF9AE}" pid="2" name="date">
    <vt:lpwstr>A recap before lesson 3</vt:lpwstr>
  </property>
  <property fmtid="{D5CDD505-2E9C-101B-9397-08002B2CF9AE}" pid="3" name="subtitle">
    <vt:lpwstr>Technologies for Artificial Intelligence</vt:lpwstr>
  </property>
</Properties>
</file>