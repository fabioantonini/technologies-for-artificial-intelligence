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98 of 128</a:t>
            </a:r>
            <a:r>
              <a:rPr/>
              <a:t> imputed rows that borrowed from the test set</a:t>
            </a:r>
          </a:p>
          <a:p>
            <a:pPr lvl="0"/>
            <a:r>
              <a:rPr b="1"/>
              <a:t>247,514</a:t>
            </a:r>
            <a:r>
              <a:rPr/>
              <a:t> — one coefficient of an overfitted fit</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 a handful of the 576 pixels matter, the rest is irrelevant</a:t>
            </a:r>
          </a:p>
          <a:p>
            <a:pPr lvl="0"/>
            <a:r>
              <a:rPr b="1"/>
              <a:t>Position-independent</a:t>
            </a:r>
            <a:r>
              <a:rPr/>
              <a:t> —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31839"/>
            <a:ext cx="8229600" cy="1028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 Keras calls this </a:t>
            </a:r>
            <a:r>
              <a:rPr>
                <a:latin typeface="Courier"/>
              </a:rPr>
              <a:t>padding="same"</a:t>
            </a:r>
          </a:p>
          <a:p>
            <a:pPr lvl="0"/>
            <a:r>
              <a:rPr/>
              <a:t>In general, padding = (kernel − 1) / 2 for odd kernels</a:t>
            </a:r>
          </a:p>
          <a:p>
            <a:pPr lvl="0"/>
            <a:r>
              <a:rPr b="1"/>
              <a:t>Stride 2 halves it</a:t>
            </a:r>
            <a:r>
              <a:rPr/>
              <a:t> —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1716" y="1166099"/>
            <a:ext cx="6380568"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 one pixel of shift often changes nothing</a:t>
            </a:r>
          </a:p>
          <a:p>
            <a:pPr lvl="0"/>
            <a:r>
              <a:rPr/>
              <a:t>Enlarges the receptive field —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there are a few dozen labelled photographs</a:t>
            </a:r>
          </a:p>
          <a:p>
            <a:pPr lvl="0"/>
            <a:r>
              <a:rPr/>
              <a:t>Section 8 says the network needs several hundred</a:t>
            </a:r>
          </a:p>
          <a:p>
            <a:pPr lvl="0"/>
            <a:r>
              <a:rPr/>
              <a:t>Waiting six months is not an answer — the line is shipping now</a:t>
            </a:r>
          </a:p>
          <a:p>
            <a:pPr lvl="0"/>
            <a:r>
              <a:rPr/>
              <a:t>So: 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general descriptions</a:t>
            </a:r>
          </a:p>
          <a:p>
            <a:pPr lvl="0"/>
            <a:r>
              <a:rPr/>
              <a:t>The source task reaches </a:t>
            </a:r>
            <a:r>
              <a:rPr b="1"/>
              <a:t>0.9993</a:t>
            </a:r>
            <a:r>
              <a:rPr/>
              <a:t> — a receipt, not a result</a:t>
            </a:r>
          </a:p>
          <a:p>
            <a:pPr lvl="0"/>
            <a:r>
              <a:rPr/>
              <a:t>Transfer carries what the source </a:t>
            </a:r>
            <a:r>
              <a:rPr b="1"/>
              <a:t>forced</a:t>
            </a:r>
            <a:r>
              <a:rPr/>
              <a:t> the network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 no cost at all</a:t>
            </a:r>
          </a:p>
          <a:p>
            <a:pPr lvl="0"/>
            <a:r>
              <a:rPr/>
              <a:t>Typing: </a:t>
            </a:r>
            <a:r>
              <a:rPr b="1"/>
              <a:t>0.9970 → 0.9523</a:t>
            </a:r>
            <a:r>
              <a:rPr/>
              <a:t> —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3075" y="1166099"/>
            <a:ext cx="5977850"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 Convolutional Networks and Course Synthesis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