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Two things to listen for: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a:t>
            </a:r>
          </a:p>
          <a:p>
            <a:pPr lvl="0" indent="0" marL="0">
              <a:buNone/>
            </a:pPr>
          </a:p>
          <a:p>
            <a:pPr lvl="0" indent="0" marL="0">
              <a:buNone/>
            </a:pPr>
            <a:r>
              <a:rPr/>
              <a:t>On the receptive field, count it once with them: a 3×3 kernel after a 2×2 pooling spans 6×6 of the map it pooled, and the first 3×3 layer underneath adds one pixel on each side, so 8×8 of the image. Handout section 4.2.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what is different about it: no lesson follows to discuss it, so this one is worked for the exam alone. It is the last exercise of the course.</a:t>
            </a:r>
          </a:p>
          <a:p>
            <a:pPr lvl="0" indent="0" marL="0">
              <a:buNone/>
            </a:pPr>
          </a:p>
          <a:p>
            <a:pPr lvl="0" indent="0" marL="0">
              <a:buNone/>
            </a:pPr>
            <a:r>
              <a:rPr/>
              <a:t>Draw the consequence for them, because it is not obvious. Every other exercise gets discussed in the room the following week, and that discussion is where they find out whether their reasoning held. This one does not, so if it is the one drawn at the exam they will be defending it cold. The repair is to write the markdown cells as though explaining to someone else, on the day they do it.</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4 December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spread</a:t>
            </a:r>
            <a:r>
              <a:rPr/>
              <a:t> reported beside each number, not the number</a:t>
            </a:r>
          </a:p>
          <a:p>
            <a:pPr lvl="0"/>
            <a:r>
              <a:rPr/>
              <a:t>The gap to watch for: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0a191c8f63.png" id="0" name="Picture 1"/>
          <p:cNvPicPr>
            <a:picLocks noGrp="1" noChangeAspect="1"/>
          </p:cNvPicPr>
          <p:nvPr/>
        </p:nvPicPr>
        <p:blipFill>
          <a:blip r:embed="rId3"/>
          <a:stretch>
            <a:fillRect/>
          </a:stretch>
        </p:blipFill>
        <p:spPr bwMode="auto">
          <a:xfrm>
            <a:off x="457200" y="2160389"/>
            <a:ext cx="8229600" cy="137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8×8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no lesson left to discuss it: work it for the exam</a:t>
            </a:r>
          </a:p>
          <a:p>
            <a:pPr lvl="0"/>
            <a:r>
              <a:rPr>
                <a:latin typeface="Courier"/>
              </a:rPr>
              <a:t>Exercises/10_convolutional_networks.md</a:t>
            </a:r>
          </a:p>
          <a:p>
            <a:pPr lvl="0"/>
            <a:r>
              <a:rPr/>
              <a:t>The one you will have had </a:t>
            </a:r>
            <a:r>
              <a:rPr b="1"/>
              <a:t>least practice defending</a:t>
            </a:r>
          </a:p>
          <a:p>
            <a:pPr lvl="0"/>
            <a:r>
              <a:rPr/>
              <a:t>Write the reasoning down as you go, not afterwards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4 December 2026</vt:lpwstr>
  </property>
  <property fmtid="{D5CDD505-2E9C-101B-9397-08002B2CF9AE}" pid="3" name="subtitle">
    <vt:lpwstr>Technologies for Artificial Intelligence</vt:lpwstr>
  </property>
</Properties>
</file>