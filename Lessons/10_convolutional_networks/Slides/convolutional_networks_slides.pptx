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98 of 128</a:t>
            </a:r>
            <a:r>
              <a:rPr/>
              <a:t> imputed rows that borrowed from the test set</a:t>
            </a:r>
          </a:p>
          <a:p>
            <a:pPr lvl="0"/>
            <a:r>
              <a:rPr b="1"/>
              <a:t>247,514</a:t>
            </a:r>
            <a:r>
              <a:rPr/>
              <a:t>: one coefficient of an overfitted fit</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31839"/>
            <a:ext cx="8229600" cy="102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there are a few dozen labelled photographs</a:t>
            </a:r>
          </a:p>
          <a:p>
            <a:pPr lvl="0"/>
            <a:r>
              <a:rPr/>
              <a:t>Section 8 says the network needs several hundred</a:t>
            </a:r>
          </a:p>
          <a:p>
            <a:pPr lvl="0"/>
            <a:r>
              <a:rPr/>
              <a:t>Waiting six months is not an answer: the line is shipping now</a:t>
            </a:r>
          </a:p>
          <a:p>
            <a:pPr lvl="0"/>
            <a:r>
              <a:rPr/>
              <a:t>So: 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general descriptions</a:t>
            </a:r>
          </a:p>
          <a:p>
            <a:pPr lvl="0"/>
            <a:r>
              <a:rPr/>
              <a:t>The source task reaches </a:t>
            </a:r>
            <a:r>
              <a:rPr b="1"/>
              <a:t>0.9993</a:t>
            </a:r>
            <a:r>
              <a:rPr/>
              <a:t>: a receipt, not a result</a:t>
            </a:r>
          </a:p>
          <a:p>
            <a:pPr lvl="0"/>
            <a:r>
              <a:rPr/>
              <a:t>Transfer carries what the source </a:t>
            </a:r>
            <a:r>
              <a:rPr b="1"/>
              <a:t>forced</a:t>
            </a:r>
            <a:r>
              <a:rPr/>
              <a:t> the network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