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Draw the consequence for them, because it is not obvious. Every other exercise gets discussed in the room the following week, and that discussion is where they find out whether their reasoning held. This one does not, so if it is the one drawn at the exam they will be defending it cold. The repair is to write the markdown cells as though explaining to someone else, on the day they do it.</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0a191c8f63.png" id="0" name="Picture 1"/>
          <p:cNvPicPr>
            <a:picLocks noGrp="1" noChangeAspect="1"/>
          </p:cNvPicPr>
          <p:nvPr/>
        </p:nvPicPr>
        <p:blipFill>
          <a:blip r:embed="rId3"/>
          <a:stretch>
            <a:fillRect/>
          </a:stretch>
        </p:blipFill>
        <p:spPr bwMode="auto">
          <a:xfrm>
            <a:off x="457200" y="2160389"/>
            <a:ext cx="8229600" cy="137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The one you will have had </a:t>
            </a:r>
            <a:r>
              <a:rPr b="1"/>
              <a:t>least practice defending</a:t>
            </a:r>
          </a:p>
          <a:p>
            <a:pPr lvl="0"/>
            <a:r>
              <a:rPr/>
              <a:t>Write the reasoning down as you go, not afterwards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