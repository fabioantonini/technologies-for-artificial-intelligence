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Notebook and handout agree: adding it moves the area under the curve from 0.751 to 0.741, no gain, well inside split-to-split noise.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from Lesson 1 first. Its slide 20 plotted the training error against one number, the threshold t, and the best t was the bottom of that curve. Here the model has two numbers, w1 and w2, so the same average loss becomes a surface over the plane of (w1, w2), and this figure is that surface seen from above: each ring is a contour line, joining coefficient pairs with the same loss. The figure draws an exact paraboloid, the shape of a squared-error loss for a linear model; the logistic loss of the churn model is only approximately this shape, close to its minimum.</a:t>
            </a:r>
          </a:p>
          <a:p>
            <a:pPr lvl="0" indent="0" marL="0">
              <a:buNone/>
            </a:pPr>
          </a:p>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choose w₁, w₂ to minimise Lesson 1’s average loss, a paraboloid over (w₁, w₂). Lesson 1’s slide 20 drew it for one number, the threshold</a:t>
            </a:r>
          </a:p>
          <a:p>
            <a:pPr lvl="0"/>
            <a:r>
              <a:rPr b="1"/>
              <a:t>Gradient descent</a:t>
            </a:r>
            <a:r>
              <a:rPr/>
              <a:t> walks downhill on it with one step size, the </a:t>
            </a:r>
            <a:r>
              <a:rPr b="1"/>
              <a:t>learning rate</a:t>
            </a:r>
            <a:r>
              <a:rPr/>
              <a:t>, for every column. Can it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