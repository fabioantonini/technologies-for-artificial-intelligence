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 In 2,000 normal values that is about 5 points against about 14.</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22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slide as the sentence it is: one-hot encode all k categories AND fit an intercept, and this identity holds for every single row.</a:t>
            </a:r>
          </a:p>
          <a:p>
            <a:pPr lvl="0" indent="0" marL="0">
              <a:buNone/>
            </a:pPr>
          </a:p>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 Id="rId3"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k dummies plus an intercept cannot both be free</a:t>
            </a:r>
          </a:p>
        </p:txBody>
      </p:sp>
      <p:pic>
        <p:nvPicPr>
          <p:cNvPr descr="eq_3723e214d0.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4" y="3183148"/>
            <a:ext cx="8229591" cy="75745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457200" y="1919089"/>
            <a:ext cx="82296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