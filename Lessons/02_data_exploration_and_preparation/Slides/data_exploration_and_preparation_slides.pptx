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missing more often for long-tenure customers - a column we can see explains it.</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 the </a:t>
            </a:r>
            <a:r>
              <a:rPr b="1"/>
              <a:t>learning rate</a:t>
            </a:r>
            <a:r>
              <a:rPr/>
              <a:t> -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 </a:t>
            </a:r>
            <a:r>
              <a:rPr>
                <a:latin typeface="Courier"/>
              </a:rPr>
              <a:t>OneHotEncoder</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a:p>
            <a:pPr lvl="0" indent="0" marL="0">
              <a:buNone/>
            </a:pPr>
            <a:r>
              <a:rPr/>
              <a:t>In code: </a:t>
            </a:r>
            <a:r>
              <a:rPr>
                <a:latin typeface="Courier"/>
              </a:rPr>
              <a:t>FunctionTransformer(add_total_paid)</a:t>
            </a:r>
            <a:r>
              <a:rPr/>
              <a:t>, a step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imputer’s own metric, names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