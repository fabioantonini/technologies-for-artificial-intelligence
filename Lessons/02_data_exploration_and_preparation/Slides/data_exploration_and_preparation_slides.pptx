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any mathematics. Ask: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Left: the two features have different spreads, so the cost surface is a narrow ravine - steep across, almost flat along. One step size has to serve both. Long enough to advance along the flat direction and it overshoots the steep one and bounces from wall to wall; short enough to be safe on the steep one and it crawls along the flat one.</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Ninety-eight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Three quarters of the affected training rows had a test row among the five neighbours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48931" y="3034665"/>
            <a:ext cx="6246137"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Two standard rules for flagging an unusual value — the z-score, and Tukey’s fence built on the interquartile range (IQR):</a:t>
            </a:r>
          </a:p>
        </p:txBody>
      </p:sp>
      <p:pic>
        <p:nvPicPr>
          <p:cNvPr descr="eq_362884ef2b.png" id="0" name="Picture 1"/>
          <p:cNvPicPr>
            <a:picLocks noGrp="1" noChangeAspect="1"/>
          </p:cNvPicPr>
          <p:nvPr/>
        </p:nvPicPr>
        <p:blipFill>
          <a:blip r:embed="rId3"/>
          <a:stretch>
            <a:fillRect/>
          </a:stretch>
        </p:blipFill>
        <p:spPr bwMode="auto">
          <a:xfrm>
            <a:off x="457207" y="3275271"/>
            <a:ext cx="8229586" cy="573205"/>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0–72. </a:t>
            </a:r>
            <a:r>
              <a:rPr>
                <a:latin typeface="Courier"/>
              </a:rPr>
              <a:t>monthly_charges</a:t>
            </a:r>
            <a:r>
              <a:rPr/>
              <a:t>: 15–128.</a:t>
            </a:r>
          </a:p>
          <a:p>
            <a:pPr lvl="0" indent="0" marL="0">
              <a:buNone/>
            </a:pPr>
            <a:r>
              <a:rPr/>
              <a:t>Gradient descent takes </a:t>
            </a:r>
            <a:r>
              <a:rPr b="1"/>
              <a:t>one step size, along every axis, every iteration.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93621" y="1166099"/>
            <a:ext cx="6556757"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3639"/>
            <a:ext cx="8229600" cy="27051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low-card categorical, no zip): </a:t>
            </a:r>
            <a:r>
              <a:rPr b="1"/>
              <a:t>0.820</a:t>
            </a:r>
            <a:r>
              <a:rPr/>
              <a:t> accuracy, </a:t>
            </a:r>
            <a:r>
              <a:rPr b="1"/>
              <a:t>0.752</a:t>
            </a:r>
            <a:r>
              <a:rPr/>
              <a:t> AUC — area under the receiver operating characteristic curve</a:t>
            </a:r>
          </a:p>
          <a:p>
            <a:pPr lvl="0" indent="0" marL="0">
              <a:buNone/>
            </a:pPr>
            <a:r>
              <a:rPr/>
              <a:t>Modest accuracy gain.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0" y="1182489"/>
            <a:ext cx="8229600" cy="33274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53651" y="1166099"/>
            <a:ext cx="543669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