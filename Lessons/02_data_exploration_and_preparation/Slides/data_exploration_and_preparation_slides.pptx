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on a normal column</a:t>
            </a:r>
          </a:p>
        </p:txBody>
      </p:sp>
      <p:pic>
        <p:nvPicPr>
          <p:cNvPr descr="outlier_fences.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3621" y="1166099"/>
            <a:ext cx="6556757"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0" y="1182489"/>
            <a:ext cx="8229600" cy="3327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