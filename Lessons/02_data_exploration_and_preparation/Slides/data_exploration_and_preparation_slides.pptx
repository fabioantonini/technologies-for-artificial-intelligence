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numbers to come back with:</a:t>
            </a:r>
          </a:p>
          <a:p>
            <a:pPr lvl="0"/>
            <a:r>
              <a:rPr/>
              <a:t>Variance ratio </a:t>
            </a:r>
            <a:r>
              <a:rPr b="1"/>
              <a:t>110:1</a:t>
            </a:r>
            <a:r>
              <a:rPr/>
              <a:t> - learning rate </a:t>
            </a:r>
            <a:r>
              <a:rPr b="1"/>
              <a:t>2.0</a:t>
            </a:r>
            <a:r>
              <a:rPr/>
              <a:t> scaled, </a:t>
            </a:r>
            <a:r>
              <a:rPr b="1"/>
              <a:t>0.1</a:t>
            </a:r>
            <a:r>
              <a:rPr/>
              <a:t> raw</a:t>
            </a:r>
          </a:p>
          <a:p>
            <a:pPr lvl="0"/>
            <a:r>
              <a:rPr/>
              <a:t>That rate on raw features: loss swings </a:t>
            </a:r>
            <a:r>
              <a:rPr b="1"/>
              <a:t>0.69 to 8.29</a:t>
            </a:r>
            <a:r>
              <a:rPr/>
              <a:t>, for ever</a:t>
            </a:r>
          </a:p>
          <a:p>
            <a:pPr lvl="0"/>
            <a:r>
              <a:rPr/>
              <a:t>k dummies + intercept: </a:t>
            </a:r>
            <a:r>
              <a:rPr b="1"/>
              <a:t>4 columns, rank 3</a:t>
            </a:r>
          </a:p>
          <a:p>
            <a:pPr lvl="0"/>
            <a:r>
              <a:rPr>
                <a:latin typeface="Courier"/>
              </a:rPr>
              <a:t>Pipeline</a:t>
            </a:r>
            <a:r>
              <a:rPr/>
              <a:t>, then </a:t>
            </a:r>
            <a:r>
              <a:rPr>
                <a:latin typeface="Courier"/>
              </a:rPr>
              <a:t>total_paid</a:t>
            </a:r>
            <a:r>
              <a:rPr/>
              <a:t>: </a:t>
            </a:r>
            <a:r>
              <a:rPr b="1"/>
              <a:t>0.7514 → 0.7548 → 0.7439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