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in the project,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9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3460d29d6f.png" id="0" name="Picture 1"/>
          <p:cNvPicPr>
            <a:picLocks noGrp="1" noChangeAspect="1"/>
          </p:cNvPicPr>
          <p:nvPr/>
        </p:nvPicPr>
        <p:blipFill>
          <a:blip r:embed="rId3"/>
          <a:stretch>
            <a:fillRect/>
          </a:stretch>
        </p:blipFill>
        <p:spPr bwMode="auto">
          <a:xfrm>
            <a:off x="1296590" y="2829964"/>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Ratios, interactions, binning: a linear model cannot invent these itself.</a:t>
            </a:r>
          </a:p>
          <a:p>
            <a:pPr lvl="0" indent="0" marL="0">
              <a:buNone/>
            </a:pPr>
            <a:r>
              <a:rPr>
                <a:latin typeface="Courier"/>
              </a:rPr>
              <a:t>total_paid</a:t>
            </a:r>
            <a:r>
              <a:rPr/>
              <a:t> = charge × months stayed. AUC: 0.7514 → 0.7548, under four thousandths. Clean </a:t>
            </a:r>
            <a:r>
              <a:rPr>
                <a:latin typeface="Courier"/>
              </a:rPr>
              <a:t>tenure_months</a:t>
            </a:r>
            <a:r>
              <a:rPr/>
              <a:t> first and the same feature scores </a:t>
            </a:r>
            <a:r>
              <a:rPr b="1"/>
              <a:t>0.7439</a:t>
            </a:r>
            <a:r>
              <a:rPr/>
              <a:t> - the gain was living in the 999s.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numbers to come back with:</a:t>
            </a:r>
          </a:p>
          <a:p>
            <a:pPr lvl="0"/>
            <a:r>
              <a:rPr/>
              <a:t>Variance ratio </a:t>
            </a:r>
            <a:r>
              <a:rPr b="1"/>
              <a:t>110:1</a:t>
            </a:r>
            <a:r>
              <a:rPr/>
              <a:t> - learning rate </a:t>
            </a:r>
            <a:r>
              <a:rPr b="1"/>
              <a:t>2.0</a:t>
            </a:r>
            <a:r>
              <a:rPr/>
              <a:t> scaled, </a:t>
            </a:r>
            <a:r>
              <a:rPr b="1"/>
              <a:t>0.1</a:t>
            </a:r>
            <a:r>
              <a:rPr/>
              <a:t> raw</a:t>
            </a:r>
          </a:p>
          <a:p>
            <a:pPr lvl="0"/>
            <a:r>
              <a:rPr/>
              <a:t>That rate on raw features: loss swings </a:t>
            </a:r>
            <a:r>
              <a:rPr b="1"/>
              <a:t>0.69 to 8.29</a:t>
            </a:r>
            <a:r>
              <a:rPr/>
              <a:t>, for ever</a:t>
            </a:r>
          </a:p>
          <a:p>
            <a:pPr lvl="0"/>
            <a:r>
              <a:rPr/>
              <a:t>k dummies + intercept: </a:t>
            </a:r>
            <a:r>
              <a:rPr b="1"/>
              <a:t>4 columns, rank 3</a:t>
            </a:r>
          </a:p>
          <a:p>
            <a:pPr lvl="0"/>
            <a:r>
              <a:rPr>
                <a:latin typeface="Courier"/>
              </a:rPr>
              <a:t>Pipeline</a:t>
            </a:r>
            <a:r>
              <a:rPr/>
              <a:t>, then </a:t>
            </a:r>
            <a:r>
              <a:rPr>
                <a:latin typeface="Courier"/>
              </a:rPr>
              <a:t>total_paid</a:t>
            </a:r>
            <a:r>
              <a:rPr/>
              <a:t>: </a:t>
            </a:r>
            <a:r>
              <a:rPr b="1"/>
              <a:t>0.7514 → 0.7548 → 0.7439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