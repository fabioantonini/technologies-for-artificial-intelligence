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Ratios, interactions, binning: a linear model cannot invent these itself. AUC: 0.7514 → 0.7548, under four thousandths. Clean </a:t>
            </a:r>
            <a:r>
              <a:rPr>
                <a:latin typeface="Courier"/>
              </a:rPr>
              <a:t>tenure_months</a:t>
            </a:r>
            <a:r>
              <a:rPr/>
              <a:t> first and the same feature scores </a:t>
            </a:r>
            <a:r>
              <a:rPr b="1"/>
              <a:t>0.7439</a:t>
            </a:r>
            <a:r>
              <a:rPr/>
              <a:t> — the gain was living in the 999s.</a:t>
            </a:r>
          </a:p>
        </p:txBody>
      </p:sp>
      <p:pic>
        <p:nvPicPr>
          <p:cNvPr descr="eq_5d70f44e8e.png" id="0" name="Picture 1"/>
          <p:cNvPicPr>
            <a:picLocks noGrp="1" noChangeAspect="1"/>
          </p:cNvPicPr>
          <p:nvPr/>
        </p:nvPicPr>
        <p:blipFill>
          <a:blip r:embed="rId3"/>
          <a:stretch>
            <a:fillRect/>
          </a:stretch>
        </p:blipFill>
        <p:spPr bwMode="auto">
          <a:xfrm>
            <a:off x="457211" y="3825062"/>
            <a:ext cx="8229578" cy="348017"/>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