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 In 2,000 normal values that is about 5 points against about 14.</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22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any mathematics. Ask: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Left: the two features have different spreads, so the cost surface is a narrow ravine - steep across, almost flat along. One step size has to serve both. Long enough to advance along the flat direction and it overshoots the steep one and bounces from wall to wall; short enough to be safe on the steep one and it crawls along the flat one.</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slide as the sentence it is: one-hot encode all k categories AND fit an intercept, and this identity holds for every single row.</a:t>
            </a:r>
          </a:p>
          <a:p>
            <a:pPr lvl="0" indent="0" marL="0">
              <a:buNone/>
            </a:pPr>
          </a:p>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let anyone in the room call two thousandths a win, and do not call it one yourself. It is a legitimate result, not a failed experiment - the hypothesis that cost intensity matters here was reasonable, it was tested, and the data declined it. Feature engineering is a hypothesis about the domain, not a guarantee. Handout Section 7.</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and the +1 rather than skating over them, because someone will ask. tenure_months holds zeros and, before Section 4’s domain rule, a -3: divide by it raw and you get an infinity and a sign flip.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6.xml"/><Relationship Id="rId3" Type="http://schemas.openxmlformats.org/officeDocument/2006/relationships/image" Target="../media/image2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Look before you touch anything</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pic>
        <p:nvPicPr>
          <p:cNvPr descr="numeric_distributions.png" id="0" name="Picture 1"/>
          <p:cNvPicPr>
            <a:picLocks noGrp="1" noChangeAspect="1"/>
          </p:cNvPicPr>
          <p:nvPr/>
        </p:nvPicPr>
        <p:blipFill>
          <a:blip r:embed="rId3"/>
          <a:stretch>
            <a:fillRect/>
          </a:stretch>
        </p:blipFill>
        <p:spPr bwMode="auto">
          <a:xfrm>
            <a:off x="1448931" y="3034665"/>
            <a:ext cx="6246137" cy="1491615"/>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484239"/>
            <a:ext cx="8229600" cy="72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0–72. </a:t>
            </a:r>
            <a:r>
              <a:rPr>
                <a:latin typeface="Courier"/>
              </a:rPr>
              <a:t>monthly_charges</a:t>
            </a:r>
            <a:r>
              <a:rPr/>
              <a:t>: 15–128.</a:t>
            </a:r>
          </a:p>
          <a:p>
            <a:pPr lvl="0" indent="0" marL="0">
              <a:buNone/>
            </a:pPr>
            <a:r>
              <a:rPr/>
              <a:t>Gradient descent takes </a:t>
            </a:r>
            <a:r>
              <a:rPr b="1"/>
              <a:t>one step size, along every axis, every iteration.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99914" y="1166099"/>
            <a:ext cx="6544172"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k dummies plus an intercept cannot both be free</a:t>
            </a:r>
          </a:p>
        </p:txBody>
      </p:sp>
      <p:pic>
        <p:nvPicPr>
          <p:cNvPr descr="eq_3723e214d0.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comes next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onehot_width.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7" y="3056672"/>
            <a:ext cx="8229586" cy="573205"/>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a linear model cannot invent these itself. AUC: 0.751 → 0.754. </a:t>
            </a:r>
            <a:r>
              <a:rPr b="1"/>
              <a:t>Two thousandths: one split cannot tell that from noise.</a:t>
            </a:r>
          </a:p>
        </p:txBody>
      </p:sp>
      <p:pic>
        <p:nvPicPr>
          <p:cNvPr descr="eq_708e41c00f.png" id="0" name="Picture 1"/>
          <p:cNvPicPr>
            <a:picLocks noGrp="1" noChangeAspect="1"/>
          </p:cNvPicPr>
          <p:nvPr/>
        </p:nvPicPr>
        <p:blipFill>
          <a:blip r:embed="rId3"/>
          <a:stretch>
            <a:fillRect/>
          </a:stretch>
        </p:blipFill>
        <p:spPr bwMode="auto">
          <a:xfrm>
            <a:off x="457204" y="3183148"/>
            <a:ext cx="8229591" cy="75745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457200" y="1919089"/>
            <a:ext cx="82296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