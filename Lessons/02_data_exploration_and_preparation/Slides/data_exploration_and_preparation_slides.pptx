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The same step size - the </a:t>
            </a:r>
            <a:r>
              <a:rPr b="1"/>
              <a:t>learning rate</a:t>
            </a:r>
            <a:r>
              <a:rPr/>
              <a:t> - is used for every column at every step. Can one size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