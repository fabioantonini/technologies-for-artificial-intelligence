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three thousandths a win, and do not call it one yourself. Quote the four decimals: at three, 0.751 against 0.754 sounds like a difference of 0.003, and the difference is 0.0028. It is a legitimate result, not a failed experiment - the hypothesis that cost intensity matters here was reasonable, it was tested, and the data declined it. Feature engineering is a hypothesis about the domain, not a guarantee. Handout Section 7.</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and the +1 rather than skating over them, because someone will ask. tenure_months holds zeros and, before Section 4’s domain rule, a -3: divide by it raw and you get an infinity and a sign flip.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15657" y="2349504"/>
            <a:ext cx="2912686" cy="99337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0" y="3087379"/>
            <a:ext cx="8229599" cy="51179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t>Ratios, interactions, binning: a linear model cannot invent these itself. AUC: 0.7514 → 0.7542. </a:t>
            </a:r>
            <a:r>
              <a:rPr b="1"/>
              <a:t>Under three thousandths: one split cannot tell that from noise.</a:t>
            </a:r>
          </a:p>
        </p:txBody>
      </p:sp>
      <p:pic>
        <p:nvPicPr>
          <p:cNvPr descr="eq_708e41c00f.png" id="0" name="Picture 1"/>
          <p:cNvPicPr>
            <a:picLocks noGrp="1" noChangeAspect="1"/>
          </p:cNvPicPr>
          <p:nvPr/>
        </p:nvPicPr>
        <p:blipFill>
          <a:blip r:embed="rId3"/>
          <a:stretch>
            <a:fillRect/>
          </a:stretch>
        </p:blipFill>
        <p:spPr bwMode="auto">
          <a:xfrm>
            <a:off x="457205" y="3432455"/>
            <a:ext cx="8229590" cy="696035"/>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12306" y="2204031"/>
            <a:ext cx="6119388" cy="1284316"/>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