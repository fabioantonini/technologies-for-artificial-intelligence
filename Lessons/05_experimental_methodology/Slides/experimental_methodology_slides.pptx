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format the final project will be marked in.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the final project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question the final project will be marked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selector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).fit(noise, y)</a:t>
            </a:r>
            <a:br/>
            <a:r>
              <a:rPr>
                <a:latin typeface="Courier"/>
              </a:rPr>
              <a:t>chosen </a:t>
            </a:r>
            <a:r>
              <a:rPr>
                <a:solidFill>
                  <a:srgbClr val="666666"/>
                </a:solidFill>
                <a:latin typeface="Courier"/>
              </a:rPr>
              <a:t>=</a:t>
            </a:r>
            <a:r>
              <a:rPr>
                <a:latin typeface="Courier"/>
              </a:rPr>
              <a:t> noise.loc[:, selector.get_support()]</a:t>
            </a:r>
            <a:br/>
            <a:r>
              <a:rPr>
                <a:latin typeface="Courier"/>
              </a:rPr>
              <a:t>cross_val_score(model, chosen, y, cv</a:t>
            </a:r>
            <a:r>
              <a:rPr>
                <a:solidFill>
                  <a:srgbClr val="666666"/>
                </a:solidFill>
                <a:latin typeface="Courier"/>
              </a:rPr>
              <a:t>=</a:t>
            </a:r>
            <a:r>
              <a:rPr>
                <a:latin typeface="Courier"/>
              </a:rPr>
              <a:t>folds)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