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4. The paragraph defending the threshold was the part that carried the marks, so say one sentence about what you saw across the class.</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the role of the test block. Cut the data into k parts, train on k-1, test on the one left out, repeat until every part has been the test set exactly once.</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a:t>
            </a:r>
          </a:p>
          <a:p>
            <a:pPr lvl="0" indent="0" marL="0">
              <a:buNone/>
            </a:pPr>
          </a:p>
          <a:p>
            <a:pPr lvl="0" indent="0" marL="0">
              <a:buNone/>
            </a:pPr>
            <a:r>
              <a:rPr/>
              <a:t>The spread falls from 0.088 to 0.015 - about seven times more stable. And note that both centre in the same place: cross-validation is not more pessimistic, it is less arbitrary.</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the largest bias² and the smallest variance. Stable and wrong.</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 falls monotonically with complexity; variance rises; the total is a U whose minimum is the model you want.</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 and the validation curve still climbing at the right edge.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the rising curve is itself the evidence that more data will help.</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test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test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format the final project will be marked in.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the final project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question the final project will be marked 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30 October, 09:00, before lesson 6 starts.</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was due today</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variance. More data </a:t>
            </a:r>
            <a:r>
              <a:rPr b="1"/>
              <a:t>will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selector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).fit(noise, y)</a:t>
            </a:r>
            <a:br/>
            <a:r>
              <a:rPr>
                <a:latin typeface="Courier"/>
              </a:rPr>
              <a:t>chosen </a:t>
            </a:r>
            <a:r>
              <a:rPr>
                <a:solidFill>
                  <a:srgbClr val="666666"/>
                </a:solidFill>
                <a:latin typeface="Courier"/>
              </a:rPr>
              <a:t>=</a:t>
            </a:r>
            <a:r>
              <a:rPr>
                <a:latin typeface="Courier"/>
              </a:rPr>
              <a:t> noise.loc[:, selector.get_support()]</a:t>
            </a:r>
            <a:br/>
            <a:r>
              <a:rPr>
                <a:latin typeface="Courier"/>
              </a:rPr>
              <a:t>cross_val_score(model, chosen, y, cv</a:t>
            </a:r>
            <a:r>
              <a:rPr>
                <a:solidFill>
                  <a:srgbClr val="666666"/>
                </a:solidFill>
                <a:latin typeface="Courier"/>
              </a:rPr>
              <a:t>=</a:t>
            </a:r>
            <a:r>
              <a:rPr>
                <a:latin typeface="Courier"/>
              </a:rPr>
              <a:t>folds)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a:t>
                      </a:r>
                    </a:p>
                  </a:txBody>
                </a:tc>
                <a:tc>
                  <a:txBody>
                    <a:bodyPr/>
                    <a:lstStyle/>
                    <a:p>
                      <a:pPr lvl="0" indent="0" marL="0">
                        <a:buNone/>
                      </a:pPr>
                      <a:r>
                        <a:rPr/>
                        <a:t>0.500</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due </a:t>
            </a:r>
            <a:r>
              <a:rPr b="1"/>
              <a:t>Friday 30 October 2026, 09:00</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