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 to 0.015,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a:t>
            </a:r>
          </a:p>
          <a:p>
            <a:pPr lvl="0" indent="0" marL="0">
              <a:buNone/>
            </a:pPr>
          </a:p>
          <a:p>
            <a:pPr lvl="0" indent="0" marL="0">
              <a:buNone/>
            </a:pPr>
            <a:r>
              <a:rPr/>
              <a:t>Then read the right-hand curve to the end, because this is where the room gets it wrong - and so did this deck until someone read the numbers. It climbs to 0.857 at 251 examples and then stops: 0.834, 0.847, 0.835, 0.832, 0.847. It ends below its own high point.</a:t>
            </a:r>
          </a:p>
          <a:p>
            <a:pPr lvl="0" indent="0" marL="0">
              <a:buNone/>
            </a:pPr>
          </a:p>
          <a:p>
            <a:pPr lvl="0" indent="0" marL="0">
              <a:buNone/>
            </a:pPr>
            <a:r>
              <a:rPr/>
              <a:t>Someone will say it is still rising, because the last segment goes up by 0.014. Have the answer ready: across the five folds that step is -0.030, +0.050, +0.006, -0.009, +0.053. It is a wiggle inside a band of about 0.04, not a trend. A slope smaller than its band is not a slope.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splits in two, and the slope is what splits it. A curve still rising is itself the evidence that more data will pay - the only case where “collect more” is a plan rather than a hope. A curve that has flattened, which is what our right-hand panel does after 251 examples, says the gap is real and more rows of the same kind have stopped buying anything: what is left is stronger regularisation, fewer features, a simpler model. Here the 150 noise columns are the problem, and no quantity of rows removes a column.</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more data </a:t>
            </a:r>
            <a:r>
              <a:rPr b="1"/>
              <a:t>will</a:t>
            </a:r>
          </a:p>
          <a:p>
            <a:pPr lvl="0"/>
            <a:r>
              <a:rPr/>
              <a:t>Wide gap, validation </a:t>
            </a:r>
            <a:r>
              <a:rPr b="1"/>
              <a:t>flat</a:t>
            </a:r>
            <a:r>
              <a:rPr/>
              <a:t> → regularise, drop features. </a:t>
            </a:r>
            <a:r>
              <a:rPr b="1"/>
              <a:t>Ours is this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