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the role of the test block. Cut the data into k parts, train on k-1, test on the one left out, repeat until every part has been the test set exactly once.</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test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test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format the final project will be marked in.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the final project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question the final project will be marked 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a:t>
                      </a:r>
                    </a:p>
                  </a:txBody>
                </a:tc>
                <a:tc>
                  <a:txBody>
                    <a:bodyPr/>
                    <a:lstStyle/>
                    <a:p>
                      <a:pPr lvl="0" indent="0" marL="0">
                        <a:buNone/>
                      </a:pPr>
                      <a:r>
                        <a:rPr/>
                        <a:t>0.5000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