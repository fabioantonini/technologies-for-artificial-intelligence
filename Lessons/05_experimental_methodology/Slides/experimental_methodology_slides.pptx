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4. The paragraph defending the threshold was the part that carried the marks, so say one sentence about what you saw across the class.</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was due today</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due 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