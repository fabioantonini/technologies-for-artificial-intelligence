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estimates: coefficients and intercept. Hyperparameters are what it does not - lesson 3’s penalty, lesson 6’s neighbours, lesson 7’s tree depth, and lesson 4’s threshold.</a:t>
            </a:r>
          </a:p>
          <a:p>
            <a:pPr lvl="0" indent="0" marL="0">
              <a:buNone/>
            </a:pPr>
          </a:p>
          <a:p>
            <a:pPr lvl="0" indent="0" marL="0">
              <a:buNone/>
            </a:pPr>
            <a:r>
              <a:rPr/>
              <a:t>Third bullet is worth a sentence, because the obvious shorthand is wrong and a sharp student will catch it. “Fixed before the fit” is true of the penalty, which sits inside the cost being minimised, and false of the threshold, which is chosen afterwards on probabilities the fit has already produced. What they share is not timing: it is that neither is estimated the way a coefficient is.</a:t>
            </a:r>
          </a:p>
          <a:p>
            <a:pPr lvl="0" indent="0" marL="0">
              <a:buNone/>
            </a:pPr>
          </a:p>
          <a:p>
            <a:pPr lvl="0" indent="0" marL="0">
              <a:buNone/>
            </a:pPr>
            <a:r>
              <a:rPr/>
              <a:t>Then the sentence that makes the distinction matter rather than taxonomic: you cannot estimate a hyperparameter by minimising training error, because that objective already knows its favourite answer - no penalty at all, the biggest tree available, a threshold tuned to the rows already seen.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spread falls from 0.088 to 0.015, and the standard deviation by a factor of about seven (0.0221 to 0.0032). Say which one “seven” refers to: a student who divides the two spreads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 and so did this deck until someone read the numbers.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 estimated by the fit: w, b</a:t>
            </a:r>
          </a:p>
          <a:p>
            <a:pPr lvl="0"/>
            <a:r>
              <a:rPr b="1"/>
              <a:t>Hyperparameters</a:t>
            </a:r>
            <a:r>
              <a:rPr/>
              <a:t> — not estimated: penalty λ, neighbours, depth, threshold</a:t>
            </a:r>
          </a:p>
          <a:p>
            <a:pPr lvl="0"/>
            <a:r>
              <a:rPr/>
              <a:t>Not “set before the fit”: the threshold is chosen after it</a:t>
            </a:r>
          </a:p>
          <a:p>
            <a:pPr lvl="0"/>
            <a:r>
              <a:rPr/>
              <a:t>Training error would prefer λ = 0, so they are chosen by </a:t>
            </a:r>
            <a:r>
              <a:rPr b="1"/>
              <a:t>comparison</a:t>
            </a:r>
            <a:r>
              <a:rPr/>
              <a:t>, on unseen data</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6 November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