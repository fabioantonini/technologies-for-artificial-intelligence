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the role of the test block. Cut the data into k parts, train on k-1, test on the one left out, repeat until every part has been the test set exactly once.</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a:t>
            </a:r>
          </a:p>
          <a:p>
            <a:pPr lvl="0" indent="0" marL="0">
              <a:buNone/>
            </a:pPr>
          </a:p>
          <a:p>
            <a:pPr lvl="0" indent="0" marL="0">
              <a:buNone/>
            </a:pPr>
            <a:r>
              <a:rPr/>
              <a:t>The spread falls from 0.088 to 0.015 - about seven times more stable. And note that both centre in the same place: cross-validation is not more pessimistic, it is less arbitrary.</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the largest bias² and the smallest variance. Stable and wrong.</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 falls monotonically with complexity; variance rises; the total is a U whose minimum is the model you want.</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test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test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way to write up every exercise from here on - it is what the exam asks them to defend.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every remaining exercise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one they are most likely to be asked at the exam about whichever exercise is drawn.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 by construction</a:t>
                      </a:r>
                    </a:p>
                  </a:txBody>
                </a:tc>
                <a:tc>
                  <a:txBody>
                    <a:bodyPr/>
                    <a:lstStyle/>
                    <a:p>
                      <a:pPr lvl="0" indent="0" marL="0">
                        <a:buNone/>
                      </a:pPr>
                      <a:r>
                        <a:rPr/>
                        <a:t>0.5</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