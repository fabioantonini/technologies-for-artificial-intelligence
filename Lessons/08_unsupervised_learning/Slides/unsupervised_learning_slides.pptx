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importance ranking was taken to mean, and listen for the gap: reading it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9, Friday 20 November.</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the chosen family</a:t>
            </a:r>
            <a:r>
              <a:rPr/>
              <a:t>, not the winning score</a:t>
            </a:r>
          </a:p>
          <a:p>
            <a:pPr lvl="0"/>
            <a:r>
              <a:rPr/>
              <a:t>The gap to watch for: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922756" y="1759300"/>
            <a:ext cx="7298487" cy="217377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871716" y="2212344"/>
            <a:ext cx="7400568" cy="126769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3218289" y="2447179"/>
            <a:ext cx="2707422" cy="79802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98489"/>
            <a:ext cx="8229599" cy="1295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discussed at the start of </a:t>
            </a:r>
            <a:r>
              <a:rPr b="1"/>
              <a:t>Friday 20 November</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