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 Σ 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 v = λ 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 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 v = λ v back: vᵀ Σ 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 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often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