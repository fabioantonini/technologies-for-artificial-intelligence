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09:00, as lesson 9 begins.</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09:00</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