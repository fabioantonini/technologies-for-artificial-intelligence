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rᵢj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 Σ 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 v = λ 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 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98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searches for the grouping that minimises the total</a:t>
            </a:r>
          </a:p>
          <a:p>
            <a:pPr lvl="0"/>
            <a:r>
              <a:rPr/>
              <a:t>Searched for jointly: every point’s </a:t>
            </a:r>
            <a:r>
              <a:rPr b="1"/>
              <a:t>assignment</a:t>
            </a:r>
            <a:r>
              <a:rPr/>
              <a:t>, and the k cluster </a:t>
            </a:r>
            <a:r>
              <a:rPr b="1"/>
              <a:t>centres</a:t>
            </a:r>
          </a:p>
          <a:p>
            <a:pPr lvl="0"/>
            <a:r>
              <a:rPr/>
              <a:t>Searching both at once is hard; the trick is minimising each one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μj </a:t>
            </a:r>
            <a:r>
              <a:rPr b="1"/>
              <a:t>and</a:t>
            </a:r>
            <a:r>
              <a:rPr/>
              <a:t> every assignment rᵢj</a:t>
            </a:r>
          </a:p>
          <a:p>
            <a:pPr lvl="0"/>
            <a:r>
              <a:rPr/>
              <a:t>rᵢj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worst case improves ~300 units</a:t>
            </a:r>
          </a:p>
          <a:p>
            <a:pPr lvl="0"/>
            <a:r>
              <a:rPr/>
              <a:t>Reaches the </a:t>
            </a:r>
            <a:r>
              <a:rPr b="1"/>
              <a:t>global optimum on the first attempt</a:t>
            </a:r>
            <a:r>
              <a:rPr/>
              <a:t>, default settings</a:t>
            </a:r>
          </a:p>
          <a:p>
            <a:pPr lvl="0"/>
            <a:r>
              <a:rPr>
                <a:latin typeface="Courier"/>
              </a:rPr>
              <a:t>sklearn.cluster.KMeans</a:t>
            </a:r>
            <a:r>
              <a:rPr/>
              <a:t> uses k-means++ plus 10 restarts, by default</a:t>
            </a:r>
          </a:p>
          <a:p>
            <a:pPr lvl="0"/>
            <a:r>
              <a:rPr/>
              <a:t>Notebook 01’s from-scratch version matches it to within 10⁻⁴ of WCSS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behaviourally consistent</a:t>
            </a:r>
          </a:p>
          <a:p>
            <a:pPr lvl="0"/>
            <a:r>
              <a:rPr/>
              <a:t>Bots and humans share the </a:t>
            </a:r>
            <a:r>
              <a:rPr b="1"/>
              <a:t>same mean</a:t>
            </a:r>
            <a:r>
              <a:rPr/>
              <a:t>: bots a tight cloud, humans a diffuse ring around that same centre</a:t>
            </a:r>
          </a:p>
          <a:p>
            <a:pPr lvl="0"/>
            <a:r>
              <a:rPr/>
              <a:t>No straight cut separates them, because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t>
            </a:r>
            <a:r>
              <a:rPr b="1"/>
              <a:t>and</a:t>
            </a:r>
            <a:r>
              <a:rPr/>
              <a:t>, separately,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only endorses </a:t>
            </a:r>
            <a:r>
              <a:rPr b="1"/>
              <a:t>relative to what the metric can see</a:t>
            </a:r>
            <a:r>
              <a:rPr/>
              <a:t>: the shape it was given, not the assumption</a:t>
            </a:r>
          </a:p>
          <a:p>
            <a:pPr lvl="0"/>
            <a:r>
              <a:rPr/>
              <a:t>k-means on the bot/human data (ARI ≈ -0.046) still gets a positive, unremarkable score</a:t>
            </a:r>
          </a:p>
          <a:p>
            <a:pPr lvl="0"/>
            <a:r>
              <a:rPr/>
              <a:t>Silhouette measures </a:t>
            </a:r>
            <a:r>
              <a:rPr b="1"/>
              <a:t>roundness</a:t>
            </a:r>
            <a:r>
              <a:rPr/>
              <a:t>, not correctness: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 v = λ v back: vᵀ Σ 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 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will not present one this sharp</a:t>
            </a:r>
          </a:p>
          <a:p>
            <a:pPr lvl="0"/>
            <a:r>
              <a:rPr/>
              <a:t>Common alternative: keep enough components to explain a chosen fraction of variance, typically 90–95%</a:t>
            </a:r>
          </a:p>
          <a:p>
            <a:pPr lvl="0"/>
            <a:r>
              <a:rPr/>
              <a:t>Or: treat the number of components as a hyperparameter, and let cross-validated downstream performance decide</a:t>
            </a:r>
          </a:p>
          <a:p>
            <a:pPr lvl="0"/>
            <a:r>
              <a:rPr/>
              <a:t>The scree plot is a starting point for judgement, not a rule that automates itself</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 in the picture</a:t>
            </a:r>
          </a:p>
          <a:p>
            <a:pPr lvl="0"/>
            <a:r>
              <a:rPr/>
              <a:t>No commitment to preserving distances between points that started far apart</a:t>
            </a:r>
          </a:p>
          <a:p>
            <a:pPr lvl="0"/>
            <a:r>
              <a:rPr/>
              <a:t>Excellent at making separate clusters visually obvious, often more so than PCA’s first two components</a:t>
            </a:r>
          </a:p>
          <a:p>
            <a:pPr lvl="0"/>
            <a:r>
              <a:rPr b="1"/>
              <a:t>Distances between clusters are not meaningful</a:t>
            </a:r>
            <a:r>
              <a:rPr/>
              <a:t>; no fixed transform for a new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