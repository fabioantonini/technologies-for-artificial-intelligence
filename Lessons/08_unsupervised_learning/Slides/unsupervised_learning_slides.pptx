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importance ranking was taken to mean, and listen for the gap: reading it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d before reading the formula, since it is no longer beside it: d(x_i) is the distance from x_i to the NEAREST centre already chosen, not to all of them. The two formulas side by side came out at 25pt, which needs the front row.</a:t>
            </a:r>
          </a:p>
          <a:p>
            <a:pPr lvl="0" indent="0" marL="0">
              <a:buNone/>
            </a:pPr>
          </a:p>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9, Friday 20 November.</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the chosen family</a:t>
            </a:r>
            <a:r>
              <a:rPr/>
              <a:t>, not the winning score</a:t>
            </a:r>
          </a:p>
          <a:p>
            <a:pPr lvl="0"/>
            <a:r>
              <a:rPr/>
              <a:t>The gap to watch for: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39889c92.png" id="0" name="Picture 1"/>
          <p:cNvPicPr>
            <a:picLocks noGrp="1" noChangeAspect="1"/>
          </p:cNvPicPr>
          <p:nvPr/>
        </p:nvPicPr>
        <p:blipFill>
          <a:blip r:embed="rId3"/>
          <a:stretch>
            <a:fillRect/>
          </a:stretch>
        </p:blipFill>
        <p:spPr bwMode="auto">
          <a:xfrm>
            <a:off x="805668" y="1759300"/>
            <a:ext cx="7532663" cy="217377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4681416550.png" id="0" name="Picture 1"/>
          <p:cNvPicPr>
            <a:picLocks noGrp="1" noChangeAspect="1"/>
          </p:cNvPicPr>
          <p:nvPr/>
        </p:nvPicPr>
        <p:blipFill>
          <a:blip r:embed="rId3"/>
          <a:stretch>
            <a:fillRect/>
          </a:stretch>
        </p:blipFill>
        <p:spPr bwMode="auto">
          <a:xfrm>
            <a:off x="457200" y="1988939"/>
            <a:ext cx="8229600" cy="1714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871716" y="2212344"/>
            <a:ext cx="7400568" cy="126769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3218289" y="2447179"/>
            <a:ext cx="2707422" cy="79802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98489"/>
            <a:ext cx="8229599" cy="1295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discussed at the start of </a:t>
            </a:r>
            <a:r>
              <a:rPr b="1"/>
              <a:t>Friday 20 November</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