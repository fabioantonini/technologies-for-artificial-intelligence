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with a standard deviation of 0.219 bar peaks at about 1.82.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in the title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students do not see on their own. Each total is a logarithm: undo it and you get back the Bayes numerator, prior times likelihood - e^(−4.144) = 0.01585 for faulty, e^(−8.095) = 0.000305 for healthy. These are the two scores of slide 26, and the probability is one divided by their sum: the last bullet, 0.01585 over 0.01616, is 0.981.</a:t>
            </a:r>
          </a:p>
          <a:p>
            <a:pPr lvl="0" indent="0" marL="0">
              <a:buNone/>
            </a:pPr>
          </a:p>
          <a:p>
            <a:pPr lvl="0" indent="0" marL="0">
              <a:buNone/>
            </a:pPr>
            <a:r>
              <a:rPr/>
              <a:t>Now divide the top and the bottom of that fraction by the faulty score. What is left is 1 / (1 + e^(healthy total − faulty total)) - only the GAP between the totals survives. That gap, 3.951, is the log-odds: faulty is e^3.951, about 52 times, as likely as healthy.</a:t>
            </a:r>
          </a:p>
          <a:p>
            <a:pPr lvl="0" indent="0" marL="0">
              <a:buNone/>
            </a:pPr>
          </a:p>
          <a:p>
            <a:pPr lvl="0" indent="0" marL="0">
              <a:buNone/>
            </a:pPr>
            <a:r>
              <a:rPr/>
              <a:t>Point out whose function this is: 1 / (1 + e^(−z)) is lesson 4’s sigmoid, fed the difference between two Naive Bayes scores instead of a linear combination of features. And say why the gap form is the one to compute: with hundreds of features the totals reach −800, e^(−800) is zero in floating point, and the direct fraction becomes 0/0, while the gap stays an ordinary number.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1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1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0.981</a:t>
            </a:r>
          </a:p>
        </p:txBody>
      </p:sp>
      <p:sp>
        <p:nvSpPr>
          <p:cNvPr id="3" name="Content Placeholder 2"/>
          <p:cNvSpPr>
            <a:spLocks noGrp="1"/>
          </p:cNvSpPr>
          <p:nvPr>
            <p:ph idx="1"/>
          </p:nvPr>
        </p:nvSpPr>
        <p:spPr>
          <a:xfrm>
            <a:off x="457200" y="1200151"/>
            <a:ext cx="8229600" cy="3394472"/>
          </a:xfrm>
        </p:spPr>
        <p:txBody>
          <a:bodyPr/>
          <a:lstStyle/>
          <a:p>
            <a:pPr lvl="0"/>
            <a:r>
              <a:rPr/>
              <a:t>Each total is a log score: log prior + log P(vibration) + log P(pressure)</a:t>
            </a:r>
          </a:p>
          <a:p>
            <a:pPr lvl="0"/>
            <a:r>
              <a:rPr/>
              <a:t>The gap: −4.144 − (−8.095) = </a:t>
            </a:r>
            <a:r>
              <a:rPr b="1"/>
              <a:t>3.951</a:t>
            </a:r>
            <a:r>
              <a:rPr/>
              <a:t>, in favour of faulty</a:t>
            </a:r>
          </a:p>
          <a:p>
            <a:pPr lvl="0"/>
            <a:r>
              <a:rPr/>
              <a:t>P(faulty) = 1 / (1 + e^(−3.951)) = 1 / 1.0192 = </a:t>
            </a:r>
            <a:r>
              <a:rPr b="1"/>
              <a:t>0.981</a:t>
            </a:r>
          </a:p>
          <a:p>
            <a:pPr lvl="0"/>
            <a:r>
              <a:rPr/>
              <a:t>Check: e^(−4.144) / (e^(−4.144) + e^(−8.095)) = 0.01585 / 0.01616 = 0.981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