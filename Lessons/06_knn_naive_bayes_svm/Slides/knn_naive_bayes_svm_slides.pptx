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a:t>
            </a:r>
          </a:p>
          <a:p>
            <a:pPr lvl="0" indent="0" marL="0">
              <a:buNone/>
            </a:pPr>
          </a:p>
          <a:p>
            <a:pPr lvl="0" indent="0" marL="0">
              <a:buNone/>
            </a:pPr>
            <a:r>
              <a:rPr/>
              <a:t>If someone spots in the handout that one log-density is positive, that is the moment to say a density is not a probability: a bell 0.22 bar wide peaks above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1.7 against 4.6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