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d7392721ca.png" id="0" name="Picture 1"/>
          <p:cNvPicPr>
            <a:picLocks noGrp="1" noChangeAspect="1"/>
          </p:cNvPicPr>
          <p:nvPr/>
        </p:nvPicPr>
        <p:blipFill>
          <a:blip r:embed="rId3"/>
          <a:stretch>
            <a:fillRect/>
          </a:stretch>
        </p:blipFill>
        <p:spPr bwMode="auto">
          <a:xfrm>
            <a:off x="457200" y="2458839"/>
            <a:ext cx="8229599" cy="7747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6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