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Slides 15 to 21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Why it grows rather than shrinks: with 401 votes, a pump just outside the envelope counts nearly the whole healthy disc among its neighbours - the healthy pumps are packed tightly in the middle - while the faulty pumps are spread thinly round the ring. So the healthy votes win outside the envelope too.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today,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before the break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slide 43 shows it.</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on slide 38,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before the break,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on slide 34,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of slide 30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few methods tolerate ten thousand features on a few thousand rows as cheaply.</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Take the faulty pumps whose vibration is most extreme - the fifth of them furthest from the centre, more than 6.2 Hz away - and their pressure has a standard deviation of 0.37 bar; for the other faulty pumps it is 0.62 bar. Same average pressure, very different spread, so knowing the vibration tells you something about the pressure.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4’s distinction (its slide 47), which this is the textbook case of: ranking and calibration - whether a reported 0.7 comes true 70% of the time -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its handout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the first half of today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on slide 6,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score on the pumps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lesson: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of slide 46 and handout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and skip the C sweep instead, setting it as reading (the table is in handout section 5.6).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That is larger than anything tuning has bought in this course - lesson 5’s whole hyperparameter search moved scores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today.</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and the </a:t>
            </a:r>
            <a:r>
              <a:rPr b="1"/>
              <a:t>curse of dimensionality</a:t>
            </a:r>
            <a:r>
              <a:rPr/>
              <a:t> that limits it</a:t>
            </a:r>
          </a:p>
          <a:p>
            <a:pPr lvl="0"/>
            <a:r>
              <a:rPr b="1"/>
              <a:t>Naive Bayes</a:t>
            </a:r>
            <a:r>
              <a:rPr/>
              <a:t>: one strong assumption, a cheap model</a:t>
            </a:r>
          </a:p>
          <a:p>
            <a:pPr lvl="0"/>
            <a:r>
              <a:rPr b="1"/>
              <a:t>Support vector machines (SVM)</a:t>
            </a:r>
            <a:r>
              <a:rPr/>
              <a:t>: margins and kernels</a:t>
            </a:r>
          </a:p>
          <a:p>
            <a:pPr lvl="0"/>
            <a:r>
              <a:rPr/>
              <a:t>Which family to choose,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(the range it was built to run in),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unless two identical points carry different labels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the radial basis function (RBF) kernel of support vector machines, later today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P(y = c) is the class’s share of the data; the denominator is the same for every class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rounds to 0 in the computer; the gap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Confidence, the probability given to the predicted class: </a:t>
            </a:r>
            <a:r>
              <a:rPr b="1"/>
              <a:t>0.567</a:t>
            </a:r>
            <a:r>
              <a:rPr/>
              <a:t> when correct, </a:t>
            </a:r>
            <a:r>
              <a:rPr b="1"/>
              <a:t>0.555</a:t>
            </a:r>
            <a:r>
              <a:rPr/>
              <a:t> when wrong</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max(0, 1 − y·f(x)) with labels ±1: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