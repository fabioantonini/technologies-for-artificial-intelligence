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5. The marks were for the diagnosis, not for the final figure, so say one sentence about what the class found and one about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any number appears.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6 November, 09:00, before lesson 7 starts.</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was due today</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d7392721ca.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382639"/>
            <a:ext cx="8229600" cy="927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due </a:t>
            </a:r>
            <a:r>
              <a:rPr b="1"/>
              <a:t>Friday 6 November 2026, 09:00</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