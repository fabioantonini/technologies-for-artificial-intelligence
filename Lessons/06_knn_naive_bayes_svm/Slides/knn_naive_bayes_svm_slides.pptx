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bought for ten numbers, and the model is judged, like any other, by its validation score. That score asks for less than the assumption does: to classify, the right class has only to come out on top - the sign of the log-score gap - not the densities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