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a bell with a standard deviation of 0.219 bar peaks at about 1.82.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two slides on, when we undo them with e. Say why nobody computes the left-hand side directly. With hundreds of features the product is hundreds of small numbers multiplied together, and it underflows to exactly zero in floating point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in the title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obvious. The gap is the log-odds: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If someone asks why the square and not the cube - and someone should - the answer is symmetry. The dependence is about how far from the centre, not which side, so the transformation must map far-left and far-right alike: an even function. The square does (−2 and +2 both give 4); the cube is odd, keeps the sign, and its correlation among the faulty pumps is −0.022, as blind as the raw readings. The absolute value works too, −0.454. The square is the natural pick because the disc and the ring are defined by z1² + z2², and it is the coordinate the kernel lift will use later. Handout section 4.3.</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Someone will then ask why we used it at all. Answer it directly: nobody checks the assumption before fitting. It is a simplification bought for ten numbers, and the model is judged, like any other, by its validation score. That score asks for less than the assumption does: to classify, the right class has only to come out on top - the sign of the log-score gap - not the densities to be right. Naive Bayes can be optimal in that sense with independence badly violated (Domingos and Pazzani, 1997).</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here - the next slide gives the one line that makes this claim true, and handout section 5.4 has the full three-fact argument behind that line. The claim to state and let land now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rewriting the previous slide’s claim depends on, and it is worth giving before the trick, not after - it is called the </a:t>
            </a:r>
            <a:r>
              <a:rPr b="1"/>
              <a:t>dual formulation</a:t>
            </a:r>
            <a:r>
              <a:rPr/>
              <a:t>, and that phrase from the handout is otherwise just a name with nothing behind it.</a:t>
            </a:r>
          </a:p>
          <a:p>
            <a:pPr lvl="0" indent="0" marL="0">
              <a:buNone/>
            </a:pPr>
          </a:p>
          <a:p>
            <a:pPr lvl="0" indent="0" marL="0">
              <a:buNone/>
            </a:pPr>
            <a:r>
              <a:rPr/>
              <a:t>Say it in one sentence first: instead of solving for w directly, the optimisation turns out to hand back w as a weighted sum of the training points themselves, one weight aᵢ per pump. The picture: the boundary is a tent held up by the points pressing against it, and aᵢ is how hard pump i presses. A pump comfortably on its own side of the slab presses on nothing, so its weight is exactly zero. Only the pumps on or inside the slab - the support vectors from Section 5.1 - get a positive weight, which is where that 79% against 23% came from.</a:t>
            </a:r>
          </a:p>
          <a:p>
            <a:pPr lvl="0" indent="0" marL="0">
              <a:buNone/>
            </a:pPr>
          </a:p>
          <a:p>
            <a:pPr lvl="0" indent="0" marL="0">
              <a:buNone/>
            </a:pPr>
            <a:r>
              <a:rPr/>
              <a:t>Now the payoff, and this is the sentence that makes the next slide make sense. Substitute this w back into the boundary, wᵀx + b, and every xᵢ is still there, but only ever multiplied against another point: xᵢ · xⱼ in training, xᵢ · x in prediction. Nowhere does a coordinate appear on its own. That is the whole reason a kernel is enough - a function that returns that one number, the inner product in the lifted space, is all either computation ever asks for.</a:t>
            </a:r>
          </a:p>
          <a:p>
            <a:pPr lvl="0" indent="0" marL="0">
              <a:buNone/>
            </a:pPr>
          </a:p>
          <a:p>
            <a:pPr lvl="0" indent="0" marL="0">
              <a:buNone/>
            </a:pPr>
            <a:r>
              <a:rPr/>
              <a:t>Do not derive aᵢ here - the three-fact argument, from the constrained optimisation to this formula, is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with the kernel substituted in: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Name the distinction the previous slide left open. The objective being solved here only ever evaluates K(x_i, x_j) between pairs of training pumps - the kernel matrix, m by m. The new pump, the one this model will eventually classify, appears nowhere in training. K(x_i, x), with a free x, is the prediction formula two slides on: same function, but its second argument is now the pump being classified rather than another training point.</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2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 0; the gap never underflows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Correlation, within the class</a:t>
                      </a:r>
                    </a:p>
                  </a:txBody>
                  <a:tcPr/>
                </a:tc>
                <a:tc>
                  <a:txBody>
                    <a:bodyPr/>
                    <a:lstStyle/>
                    <a:p>
                      <a:pPr lvl="0" indent="0" marL="0">
                        <a:buNone/>
                      </a:pPr>
                      <a:r>
                        <a:rPr/>
                        <a:t>vibration and pressure</a:t>
                      </a:r>
                    </a:p>
                  </a:txBody>
                  <a:tcPr/>
                </a:tc>
                <a:tc>
                  <a:txBody>
                    <a:bodyPr/>
                    <a:lstStyle/>
                    <a:p>
                      <a:pPr lvl="0" indent="0" marL="0">
                        <a:buNone/>
                      </a:pPr>
                      <a:r>
                        <a:rPr/>
                        <a:t>their squared distances from the design point</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boundary is a weighted vote of the pumps</a:t>
            </a:r>
          </a:p>
        </p:txBody>
      </p:sp>
      <p:pic>
        <p:nvPicPr>
          <p:cNvPr descr="eq_5ca15d7014.png" id="0" name="Picture 1"/>
          <p:cNvPicPr>
            <a:picLocks noGrp="1" noChangeAspect="1"/>
          </p:cNvPicPr>
          <p:nvPr/>
        </p:nvPicPr>
        <p:blipFill>
          <a:blip r:embed="rId3"/>
          <a:stretch>
            <a:fillRect/>
          </a:stretch>
        </p:blipFill>
        <p:spPr bwMode="auto">
          <a:xfrm>
            <a:off x="457200" y="1887339"/>
            <a:ext cx="8229599" cy="19177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