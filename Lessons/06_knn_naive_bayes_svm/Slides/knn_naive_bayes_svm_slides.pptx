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next fifteen minutes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close to the envelope the data was generated from.</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an hour ago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later,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from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 0; the gap never underflows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