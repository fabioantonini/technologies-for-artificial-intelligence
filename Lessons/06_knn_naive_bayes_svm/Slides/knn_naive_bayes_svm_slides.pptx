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any number appears.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Eighteen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Have them compute the within-class correlations themselves on both datasets. Two lines, and it is the diagnostic they should carry: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1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0" y="1925439"/>
            <a:ext cx="8229600" cy="18415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d7392721ca.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382639"/>
            <a:ext cx="8229600" cy="9271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6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