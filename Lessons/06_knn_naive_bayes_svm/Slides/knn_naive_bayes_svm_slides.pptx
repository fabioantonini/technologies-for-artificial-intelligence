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Two exercises this time, because lesson 4 ran over into 6 November and both were set that day; keep each to about five minutes.</a:t>
            </a:r>
          </a:p>
          <a:p>
            <a:pPr lvl="0" indent="0" marL="0">
              <a:buNone/>
            </a:pPr>
          </a:p>
          <a:p>
            <a:pPr lvl="0" indent="0" marL="0">
              <a:buNone/>
            </a:pPr>
            <a:r>
              <a:rPr/>
              <a:t>Exercise 4 first, briefly: ask two people to defend their threshold out loud - that is the rehearsal for the exam - and name the recurring mistake if it appeared, choosing the threshold by sweeping it on the test set.</a:t>
            </a:r>
          </a:p>
          <a:p>
            <a:pPr lvl="0" indent="0" marL="0">
              <a:buNone/>
            </a:pPr>
          </a:p>
          <a:p>
            <a:pPr lvl="0" indent="0" marL="0">
              <a:buNone/>
            </a:pPr>
            <a:r>
              <a:rPr/>
              <a:t>Then exercise 5.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Slides 15 to 21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Why it grows rather than shrinks: with 401 votes, a pump just outside the envelope counts nearly the whole healthy disc among its neighbours - the healthy pumps are packed tightly in the middle - while the faulty pumps are spread thinly round the ring. So the healthy votes win outside the envelope too.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today,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before the break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slide 43 shows it.</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on slide 38,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before the break,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on slide 34,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of slide 30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few methods tolerate ten thousand features on a few thousand rows as cheaply.</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Take the faulty pumps whose vibration is most extreme - the fifth of them furthest from the centre, more than 6.2 Hz away - and their pressure has a standard deviation of 0.37 bar; for the other faulty pumps it is 0.62 bar. Same average pressure, very different spread, so knowing the vibration tells you something about the pressure.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4’s distinction (its slide 47), which this is the textbook case of: ranking and calibration - whether a reported 0.7 comes true 70% of the time -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its handout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the first half of today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on slide 6,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score on the pumps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lesson: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of slide 46 and handout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and skip the C sweep instead, setting it as reading (the table is in handout section 5.6).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That is larger than anything tuning has bought in this course - lesson 5’s whole hyperparameter search moved scores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20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today.</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Exercises 4 and 5, which we discuss now</a:t>
            </a:r>
          </a:p>
          <a:p>
            <a:pPr lvl="0"/>
            <a:r>
              <a:rPr/>
              <a:t>The threshold you chose; 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20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