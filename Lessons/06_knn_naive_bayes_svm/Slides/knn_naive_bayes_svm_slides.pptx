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next fifteen minutes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close to the envelope the data was generated from.</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an hour ago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two slides later,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from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and the </a:t>
            </a:r>
            <a:r>
              <a:rPr b="1"/>
              <a:t>curse of dimensionality</a:t>
            </a:r>
            <a:r>
              <a:rPr/>
              <a:t> that limits it</a:t>
            </a:r>
          </a:p>
          <a:p>
            <a:pPr lvl="0"/>
            <a:r>
              <a:rPr b="1"/>
              <a:t>Naive Bayes</a:t>
            </a:r>
            <a:r>
              <a:rPr/>
              <a:t>: one strong assumption, a cheap model</a:t>
            </a:r>
          </a:p>
          <a:p>
            <a:pPr lvl="0"/>
            <a:r>
              <a:rPr b="1"/>
              <a:t>Support vector machines (SVM)</a:t>
            </a:r>
            <a:r>
              <a:rPr/>
              <a:t>: margins and kernels</a:t>
            </a:r>
          </a:p>
          <a:p>
            <a:pPr lvl="0"/>
            <a:r>
              <a:rPr/>
              <a:t>Which family to choose,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(the range it was built to run in),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unless two identical points carry different labels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the radial basis function (RBF) kernel of support vector machines, later today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P(y = c) is the class’s share of the data; the denominator is the same for every class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rounds to 0 in the computer; the gap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Confidence, the probability given to the predicted class: </a:t>
            </a:r>
            <a:r>
              <a:rPr b="1"/>
              <a:t>0.567</a:t>
            </a:r>
            <a:r>
              <a:rPr/>
              <a:t> when correct, </a:t>
            </a:r>
            <a:r>
              <a:rPr b="1"/>
              <a:t>0.555</a:t>
            </a:r>
            <a:r>
              <a:rPr/>
              <a:t> when wrong</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max(0, 1 − y·f(x)) with labels ±1: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