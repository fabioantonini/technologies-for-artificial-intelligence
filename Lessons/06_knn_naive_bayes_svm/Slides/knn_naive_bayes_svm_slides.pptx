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inference, and it is worth saying how little it is. For each class, take the log prior and add one number per reading: the log of that class’s bell, evaluated at the reading.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The probability in the title is the normalisation from slide 26 in log form: the gap between the totals, 3.951, through the logistic function, 1 / (1 + e^(−3.951)) = 0.981.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Then the trap.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the pressure of a faulty pump has a standard deviation of 0.784 when its vibration is extreme (the fifth furthest out, beyond 6.2 Hz from the centre) and 1.309 when it is not - 0.37 against 0.62 bar, same average, very different spread. Put the distinction on the board in two lines: uncorrelated, yes; independent, no. Naive Bayes assumes the second. The assumption is false.</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 tenth small.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1.7 against 4.6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Sixteen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squared distances and the fitted ellipse explained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6.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faulty, 0.981</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Class</a:t>
                      </a:r>
                    </a:p>
                  </a:txBody>
                  <a:tcPr/>
                </a:tc>
                <a:tc>
                  <a:txBody>
                    <a:bodyPr/>
                    <a:lstStyle/>
                    <a:p>
                      <a:pPr lvl="0" indent="0" marL="0">
                        <a:buNone/>
                      </a:pPr>
                      <a:r>
                        <a:rPr/>
                        <a:t>log prior</a:t>
                      </a:r>
                    </a:p>
                  </a:txBody>
                  <a:tcPr/>
                </a:tc>
                <a:tc>
                  <a:txBody>
                    <a:bodyPr/>
                    <a:lstStyle/>
                    <a:p>
                      <a:pPr lvl="0" indent="0" marL="0">
                        <a:buNone/>
                      </a:pPr>
                      <a:r>
                        <a:rPr/>
                        <a:t>log P(vibration)</a:t>
                      </a:r>
                    </a:p>
                  </a:txBody>
                  <a:tcPr/>
                </a:tc>
                <a:tc>
                  <a:txBody>
                    <a:bodyPr/>
                    <a:lstStyle/>
                    <a:p>
                      <a:pPr lvl="0" indent="0" marL="0">
                        <a:buNone/>
                      </a:pPr>
                      <a:r>
                        <a:rPr/>
                        <a:t>log P(pressure)</a:t>
                      </a:r>
                    </a:p>
                  </a:txBody>
                  <a:tcPr/>
                </a:tc>
                <a:tc>
                  <a:txBody>
                    <a:bodyPr/>
                    <a:lstStyle/>
                    <a:p>
                      <a:pPr lvl="0" indent="0" marL="0">
                        <a:buNone/>
                      </a:pPr>
                      <a:r>
                        <a:rPr/>
                        <a:t>Total</a:t>
                      </a:r>
                    </a:p>
                  </a:txBody>
                  <a:tcPr/>
                </a:tc>
              </a:tr>
              <a:tr h="0">
                <a:tc>
                  <a:txBody>
                    <a:bodyPr/>
                    <a:lstStyle/>
                    <a:p>
                      <a:pPr lvl="0" indent="0" marL="0">
                        <a:buNone/>
                      </a:pPr>
                      <a:r>
                        <a:rPr/>
                        <a:t>Healthy</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Within class</a:t>
                      </a:r>
                    </a:p>
                  </a:txBody>
                  <a:tcPr/>
                </a:tc>
                <a:tc>
                  <a:txBody>
                    <a:bodyPr/>
                    <a:lstStyle/>
                    <a:p>
                      <a:pPr lvl="0" indent="0" marL="0">
                        <a:buNone/>
                      </a:pPr>
                      <a:r>
                        <a:rPr/>
                        <a:t>Readings</a:t>
                      </a:r>
                    </a:p>
                  </a:txBody>
                  <a:tcPr/>
                </a:tc>
                <a:tc>
                  <a:txBody>
                    <a:bodyPr/>
                    <a:lstStyle/>
                    <a:p>
                      <a:pPr lvl="0" indent="0" marL="0">
                        <a:buNone/>
                      </a:pPr>
                      <a:r>
                        <a:rPr/>
                        <a:t>Squared distances</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breaking the assumption is cheap, and one step away where it is fatal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exactly zero for a point with room to spare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