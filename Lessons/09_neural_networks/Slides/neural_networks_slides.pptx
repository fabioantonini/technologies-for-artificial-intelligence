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The figure is in handout section 7.4, and notebook 03 reproduces the sweep.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98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Same-direction drift: removable. Opposite drift: not</a:t>
            </a:r>
          </a:p>
          <a:p>
            <a:pPr lvl="0"/>
            <a:r>
              <a:rPr/>
              <a:t>Correctable when the two drifts </a:t>
            </a:r>
            <a:r>
              <a:rPr b="1"/>
              <a:t>share a sign</a:t>
            </a:r>
          </a:p>
          <a:p>
            <a:pPr lvl="0"/>
            <a:r>
              <a:rPr/>
              <a:t>That is the exclusive-or (XOR) function</a:t>
            </a:r>
          </a:p>
          <a:p>
            <a:pPr lvl="0"/>
            <a:r>
              <a:rPr/>
              <a:t>Four clouds of 200 units; a line scores exactly </a:t>
            </a:r>
            <a:r>
              <a:rPr b="1"/>
              <a:t>0.5000</a:t>
            </a:r>
          </a:p>
          <a:p>
            <a:pPr lvl="0"/>
            <a:r>
              <a:rPr/>
              <a:t>Coding the channels as ± 1, the rule is about |a + b|</a:t>
            </a:r>
          </a:p>
          <a:p>
            <a:pPr lvl="0"/>
            <a:r>
              <a:rPr/>
              <a:t>“Large in absolute value” is the outside of a strip</a:t>
            </a:r>
          </a:p>
          <a:p>
            <a:pPr lvl="0"/>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a:t>Over all 800 units, </a:t>
            </a:r>
            <a:r>
              <a:rPr b="1"/>
              <a:t>nothing trained</a:t>
            </a:r>
            <a:r>
              <a:rPr/>
              <a:t>, it scores </a:t>
            </a:r>
            <a:r>
              <a:rPr b="1"/>
              <a:t>0.9938</a:t>
            </a:r>
          </a:p>
          <a:p>
            <a:pPr lvl="0"/>
            <a:r>
              <a:rPr/>
              <a:t>Chosen by reasoning about the problem, and they work</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W[¹]</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b[¹]</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Z[¹], A[¹]</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W[²]</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written from scratch, and gradient-checked before it is trusted with anything</a:t>
            </a:r>
          </a:p>
          <a:p>
            <a:pPr lvl="0"/>
            <a:r>
              <a:rPr/>
              <a:t>The two-unit hand-built network, then the same problem trained from 20 random starts at each width</a:t>
            </a:r>
          </a:p>
          <a:p>
            <a:pPr lvl="0"/>
            <a:r>
              <a:rPr/>
              <a:t>The polygon yardstick: how well could H lines possibly fence a circle?</a:t>
            </a:r>
          </a:p>
          <a:p>
            <a:pPr lvl="0"/>
            <a:r>
              <a:rPr/>
              <a:t>The one initialisation that cannot work, and the exact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entire reason depth buys anything</a:t>
            </a:r>
          </a:p>
          <a:p>
            <a:pPr lvl="0"/>
            <a:r>
              <a:rPr/>
              <a:t>The sigmoid’s derivative σ(z)(1 − σ(z)) peaks at </a:t>
            </a:r>
            <a:r>
              <a:rPr b="1"/>
              <a:t>¼</a:t>
            </a:r>
            <a:r>
              <a:rPr/>
              <a:t>, at zero and nowhere else</a:t>
            </a:r>
          </a:p>
          <a:p>
            <a:pPr lvl="0"/>
            <a:r>
              <a:rPr/>
              <a:t>Backpropagation multiplies by it </a:t>
            </a:r>
            <a:r>
              <a:rPr b="1"/>
              <a:t>once per layer</a:t>
            </a:r>
          </a:p>
          <a:p>
            <a:pPr lvl="0"/>
            <a:r>
              <a:rPr/>
              <a:t>Initialisation makes the weight factor about 1, leaving the derivative in charge, so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Across the same eight seeds it ranges </a:t>
            </a:r>
            <a:r>
              <a:rPr b="1"/>
              <a:t>2,734 to 4,607</a:t>
            </a:r>
          </a:p>
          <a:p>
            <a:pPr lvl="0"/>
            <a:r>
              <a:rPr/>
              <a:t>Quoting the largest would report one draw as though it were a law</a:t>
            </a:r>
          </a:p>
          <a:p>
            <a:pPr lvl="0"/>
            <a:r>
              <a:rPr b="1"/>
              <a:t>The per-layer factor of about 4 is the property</a:t>
            </a:r>
          </a:p>
          <a:p>
            <a:pPr lvl="0"/>
            <a:r>
              <a:rPr/>
              <a:t>By depth: 9.5 at two layers, 170 at four, 3,553 at six, 46,250 at eight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hidden and output weights both receive exactly zero gradient</a:t>
            </a:r>
          </a:p>
          <a:p>
            <a:pPr lvl="0"/>
            <a:r>
              <a:rPr b="1"/>
              <a:t>Every parameter is frozen except the output bias</a:t>
            </a:r>
          </a:p>
          <a:p>
            <a:pPr lvl="0"/>
            <a:r>
              <a:rPr/>
              <a:t>That bias converges to the base rate, so the cost converges to the label entropy: </a:t>
            </a:r>
            <a:r>
              <a:rPr b="1"/>
              <a:t>0.6887 predicted, 0.6887 measured</a:t>
            </a:r>
          </a:p>
          <a:p>
            <a:pPr lvl="0"/>
            <a:r>
              <a:rPr/>
              <a:t>Distinct hidden columns afterwards: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which is </a:t>
            </a:r>
            <a:r>
              <a:rPr b="1"/>
              <a:t>Glorot</a:t>
            </a:r>
            <a:r>
              <a:rPr/>
              <a:t>. The ReLU halves it again, so it wants 2/n, </a:t>
            </a:r>
            <a:r>
              <a:rPr b="1"/>
              <a:t>He</a:t>
            </a:r>
          </a:p>
          <a:p>
            <a:pPr lvl="0"/>
            <a:r>
              <a:rPr b="1"/>
              <a:t>Too small collapses</a:t>
            </a:r>
            <a:r>
              <a:rPr/>
              <a:t>: indistinguishable from zero by layer 4</a:t>
            </a:r>
          </a:p>
          <a:p>
            <a:pPr lvl="0"/>
            <a:r>
              <a:rPr b="1"/>
              <a:t>Too large saturates</a:t>
            </a:r>
            <a:r>
              <a:rPr/>
              <a:t> rather than exploding: 73% of the last layer past 0.99 in absolute value</a:t>
            </a:r>
          </a:p>
          <a:p>
            <a:pPr lvl="0"/>
            <a:r>
              <a:rPr/>
              <a:t>Glorot loses about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does not classify: it </a:t>
            </a:r>
            <a:r>
              <a:rPr b="1"/>
              <a:t>moves the data</a:t>
            </a:r>
          </a:p>
          <a:p>
            <a:pPr lvl="0"/>
            <a:r>
              <a:rPr b="1"/>
              <a:t>Backpropagation is the chain rule right to left</a:t>
            </a:r>
            <a:r>
              <a:rPr/>
              <a:t>: so gradient-check it</a:t>
            </a:r>
          </a:p>
          <a:p>
            <a:pPr lvl="0"/>
            <a:r>
              <a:rPr b="1"/>
              <a:t>A sigmoid layer divides the gradient by about four</a:t>
            </a:r>
          </a:p>
          <a:p>
            <a:pPr lvl="0"/>
            <a:r>
              <a:rPr/>
              <a:t>Report a difference with the spread it was measured against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