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8 briefly. One sentence on what went well, one on the recurring gap - several reports quoted a silhouette score as though it validated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94 of 128 imputed rows that borrowed from the test set, a coefficient of 365 where an unpenalised fit wanted billions,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27 November, 23:59, at the start of lesson 10.</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returned</a:t>
            </a:r>
          </a:p>
        </p:txBody>
      </p:sp>
      <p:sp>
        <p:nvSpPr>
          <p:cNvPr id="3" name="Content Placeholder 2"/>
          <p:cNvSpPr>
            <a:spLocks noGrp="1"/>
          </p:cNvSpPr>
          <p:nvPr>
            <p:ph idx="1"/>
          </p:nvPr>
        </p:nvSpPr>
        <p:spPr>
          <a:xfrm>
            <a:off x="457200" y="1200151"/>
            <a:ext cx="8229600" cy="3394472"/>
          </a:xfrm>
        </p:spPr>
        <p:txBody>
          <a:bodyPr/>
          <a:lstStyle/>
          <a:p>
            <a:pPr lvl="0"/>
            <a:r>
              <a:rPr/>
              <a:t>Marks were for </a:t>
            </a:r>
            <a:r>
              <a:rPr b="1"/>
              <a:t>what the metric could see</a:t>
            </a:r>
            <a:r>
              <a:rPr/>
              <a:t>, not for the score itself</a:t>
            </a:r>
          </a:p>
          <a:p>
            <a:pPr lvl="0"/>
            <a:r>
              <a:rPr/>
              <a:t>Recurring gap: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20739"/>
            <a:ext cx="8229600" cy="85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41bc9429f3.png" id="0" name="Picture 1"/>
          <p:cNvPicPr>
            <a:picLocks noGrp="1" noChangeAspect="1"/>
          </p:cNvPicPr>
          <p:nvPr/>
        </p:nvPicPr>
        <p:blipFill>
          <a:blip r:embed="rId3"/>
          <a:stretch>
            <a:fillRect/>
          </a:stretch>
        </p:blipFill>
        <p:spPr bwMode="auto">
          <a:xfrm>
            <a:off x="457200" y="2585839"/>
            <a:ext cx="8229600" cy="5207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Removable only when the two drifts </a:t>
            </a:r>
            <a:r>
              <a:rPr b="1"/>
              <a:t>share a sign</a:t>
            </a:r>
            <a:r>
              <a:rPr/>
              <a:t>; opposite drifts are not</a:t>
            </a:r>
          </a:p>
          <a:p>
            <a:pPr lvl="0"/>
            <a:r>
              <a:rPr/>
              <a:t>That is the exclusive-or (XOR) function</a:t>
            </a:r>
          </a:p>
          <a:p>
            <a:pPr lvl="0"/>
            <a:r>
              <a:rPr/>
              <a:t>Four clouds of 200 units; a line scores exactly </a:t>
            </a:r>
            <a:r>
              <a:rPr b="1"/>
              <a:t>0.5000</a:t>
            </a:r>
          </a:p>
          <a:p>
            <a:pPr lvl="0"/>
            <a:r>
              <a:rPr/>
              <a:t>Coding the channels as ± 1, the rule is about |a + b|</a:t>
            </a:r>
          </a:p>
          <a:p>
            <a:pPr lvl="0"/>
            <a:r>
              <a:rPr/>
              <a:t>“Large in absolute value” is the outside of a strip: </a:t>
            </a:r>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W[¹]</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b[¹]</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Z[¹], A[¹]</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W[²]</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y</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04839"/>
            <a:ext cx="8229600" cy="128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457202" y="1976240"/>
            <a:ext cx="8229595" cy="1739899"/>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5" y="2408040"/>
            <a:ext cx="8229590" cy="8762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from scratch, gradient-checked before it is trusted</a:t>
            </a:r>
          </a:p>
          <a:p>
            <a:pPr lvl="0"/>
            <a:r>
              <a:rPr/>
              <a:t>The two-unit hand-built network, then the same problem trained from 20 random starts at each width</a:t>
            </a:r>
          </a:p>
          <a:p>
            <a:pPr lvl="0"/>
            <a:r>
              <a:rPr/>
              <a:t>The polygon yardstick: how well could H lines fence a circle?</a:t>
            </a:r>
          </a:p>
          <a:p>
            <a:pPr lvl="0"/>
            <a:r>
              <a:rPr/>
              <a:t>The one initialisation that cannot work, and the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Initialisation leaves the weight factor near 1, so the derivative decides: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so the cost converges to the label entropy: </a:t>
            </a:r>
            <a:r>
              <a:rPr b="1"/>
              <a:t>0.6887 predicted, 0.6887 measured</a:t>
            </a:r>
          </a:p>
          <a:p>
            <a:pPr lvl="0"/>
            <a:r>
              <a:rPr/>
              <a:t>Distinct hidden columns: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 past 0.99</a:t>
            </a:r>
          </a:p>
          <a:p>
            <a:pPr lvl="0"/>
            <a:r>
              <a:rPr/>
              <a:t>Glorot loses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due </a:t>
            </a:r>
            <a:r>
              <a:rPr b="1"/>
              <a:t>Friday 27 November 2026, 23:59</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