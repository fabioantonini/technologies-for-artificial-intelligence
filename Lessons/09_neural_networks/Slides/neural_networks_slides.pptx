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fourth bullet is the assumption the next slide needs: the generator draws each offset from a normal distribution with that spread (instrument_data.py, TRUE_GAIN_SIGMA_DB and TRUE_PHASE_SIGMA_DEG). Divide each axis by its spread and every unit becomes a point of the standard two-dimensional normal, centred on the origin with spread 1 in every direction.</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this number is NOT: it does not come from a model, and nothing has been fitted yet. It is a prediction from probability theory alone, from the previous slide’s assumption that the standardised offsets are a standard two-dimensional normal.</a:t>
            </a:r>
          </a:p>
          <a:p>
            <a:pPr lvl="0" indent="0" marL="0">
              <a:buNone/>
            </a:pPr>
          </a:p>
          <a:p>
            <a:pPr lvl="0" indent="0" marL="0">
              <a:buNone/>
            </a:pPr>
            <a:r>
              <a:rPr/>
              <a:t>Read the symbols: z is one unit’s pair of standardised offsets, the double bars are its distance from the origin, so the left side is “the probability that a unit lands inside the circle of radius 1.25” - the probability that it passes. For a standard two-dimensional normal the probability of landing inside a circle of radius s is one minus e to the minus s squared over two. The middle step is left off the slide so the formula stays large enough to read: 1.25 squared over two is 0.78125, and that is the exponent. Do it out loud.</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t>Why it matters for what follows: a little over half of all units pass, so a model that answers “accepted” for every unit, using no measurement at all, is already right about 55% of the time. That is the first row of the next slide’s table, and the number every straight line will be compared against.</a:t>
            </a:r>
          </a:p>
          <a:p>
            <a:pPr lvl="0" indent="0" marL="0">
              <a:buNone/>
            </a:pPr>
          </a:p>
          <a:p>
            <a:pPr lvl="0" indent="0" marL="0">
              <a:buNone/>
            </a:pPr>
            <a:r>
              <a:rPr/>
              <a:t>The same integral reappears in section 11, when the lesson computes how well a polygon of a given number of sides could fence this region.</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Where 1.1 comes from, if asked: the output is above 0.5 when 10 h1 + 10 h2 - 1 is positive, that is when h1 + h2 &gt; 0.1. At most one hidden unit fires at a time, and the one that fires outputs |a + b| - 1, so the condition is |a + b| - 1 &gt; 0.1, which is |a + b| &gt; 1.1.</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The untrained network is notebook 1’s: four hidden units with random He initial weights, scored on the 2,250 acceptance training units. The second number is the cost of a model that says 0.5 for every unit, which is minus log of a half, ln 2.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three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three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2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Tolerances </a:t>
            </a:r>
            <a:r>
              <a:rPr b="1"/>
              <a:t>0.50</a:t>
            </a:r>
            <a:r>
              <a:rPr/>
              <a:t> dB and </a:t>
            </a:r>
            <a:r>
              <a:rPr b="1"/>
              <a:t>3.75</a:t>
            </a:r>
            <a:r>
              <a:rPr/>
              <a:t>°; production spreads (standard deviations) </a:t>
            </a:r>
            <a:r>
              <a:rPr b="1"/>
              <a:t>0.40</a:t>
            </a:r>
            <a:r>
              <a:rPr/>
              <a:t> and </a:t>
            </a:r>
            <a:r>
              <a:rPr b="1"/>
              <a:t>3.00</a:t>
            </a:r>
          </a:p>
          <a:p>
            <a:pPr lvl="0"/>
            <a:r>
              <a:rPr/>
              <a:t>Both are exactly </a:t>
            </a:r>
            <a:r>
              <a:rPr b="1"/>
              <a:t>1.25 spreads</a:t>
            </a:r>
            <a:r>
              <a:rPr/>
              <a:t>, so standardised, the accept region is a circle of radius 1.25</a:t>
            </a:r>
          </a:p>
          <a:p>
            <a:pPr lvl="0"/>
            <a:r>
              <a:rPr/>
              <a:t>Production offsets are </a:t>
            </a:r>
            <a:r>
              <a:rPr b="1"/>
              <a:t>normally distributed</a:t>
            </a:r>
            <a:r>
              <a:rPr/>
              <a:t>: standardised, each unit is a random point of a standard two-dimensional normal</a:t>
            </a:r>
          </a:p>
          <a:p>
            <a:pPr lvl="0"/>
            <a:r>
              <a:rPr b="1"/>
              <a:t>0.5497</a:t>
            </a:r>
            <a:r>
              <a:rPr/>
              <a:t> of the 3,000 generated units fall inside the circle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any model: the share inside, from the normal</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accuracy</a:t>
                      </a:r>
                    </a:p>
                  </a:txBody>
                  <a:tcPr/>
                </a:tc>
              </a:tr>
              <a:tr h="0">
                <a:tc>
                  <a:txBody>
                    <a:bodyPr/>
                    <a:lstStyle/>
                    <a:p>
                      <a:pPr lvl="0" indent="0" marL="0">
                        <a:buNone/>
                      </a:pPr>
                      <a:r>
                        <a:rPr/>
                        <a:t>always predict “accepted”, on the 750 test units</a:t>
                      </a:r>
                    </a:p>
                  </a:txBody>
                </a:tc>
                <a:tc>
                  <a:txBody>
                    <a:bodyPr/>
                    <a:lstStyle/>
                    <a:p>
                      <a:pPr lvl="0" indent="0" marL="0">
                        <a:buNone/>
                      </a:pPr>
                      <a:r>
                        <a:rPr/>
                        <a:t>0.5480</a:t>
                      </a:r>
                    </a:p>
                  </a:txBody>
                </a:tc>
              </a:tr>
              <a:tr h="0">
                <a:tc>
                  <a:txBody>
                    <a:bodyPr/>
                    <a:lstStyle/>
                    <a:p>
                      <a:pPr lvl="0" indent="0" marL="0">
                        <a:buNone/>
                      </a:pPr>
                      <a:r>
                        <a:rPr/>
                        <a:t>fitted logistic regression, on the 750 test units</a:t>
                      </a:r>
                    </a:p>
                  </a:txBody>
                </a:tc>
                <a:tc>
                  <a:txBody>
                    <a:bodyPr/>
                    <a:lstStyle/>
                    <a:p>
                      <a:pPr lvl="0" indent="0" marL="0">
                        <a:buNone/>
                      </a:pPr>
                      <a:r>
                        <a:rPr b="1"/>
                        <a:t>0.5507</a:t>
                      </a:r>
                    </a:p>
                  </a:txBody>
                </a:tc>
              </a:tr>
              <a:tr h="0">
                <a:tc>
                  <a:txBody>
                    <a:bodyPr/>
                    <a:lstStyle/>
                    <a:p>
                      <a:pPr lvl="0" indent="0" marL="0">
                        <a:buNone/>
                      </a:pPr>
                      <a:r>
                        <a:rPr/>
                        <a:t>the best possible straight line, computed from the true distribution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Fitted logistic regression: coefficients </a:t>
            </a:r>
            <a:r>
              <a:rPr b="1"/>
              <a:t>(0.0096, 0.0701)</a:t>
            </a:r>
            <a:r>
              <a:rPr/>
              <a:t>, intercept </a:t>
            </a:r>
            <a:r>
              <a:rPr b="1"/>
              <a:t>0.1892</a:t>
            </a:r>
            <a:r>
              <a:rPr/>
              <a:t>, almost exactly the constant model</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181 directions × 201 offsets × 2 sides = 72,762 lines, all scored on the test set;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only a choice made. Lesson 5’s argument again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(drift data)</a:t>
                      </a:r>
                    </a:p>
                  </a:txBody>
                  <a:tcPr/>
                </a:tc>
                <a:tc>
                  <a:txBody>
                    <a:bodyPr/>
                    <a:lstStyle/>
                    <a:p>
                      <a:pPr lvl="0" indent="0" marL="0">
                        <a:buNone/>
                      </a:pPr>
                      <a:r>
                        <a:rPr/>
                        <a:t>median accuracy,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Untrained, the cost is 0.6721; predicting 0.5 for all, ln 2 =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a:t>
            </a:r>
            <a:r>
              <a:rPr b="1"/>
              <a:t>δ</a:t>
            </a:r>
            <a:r>
              <a:rPr/>
              <a:t>, the cost’s derivative with respect to each layer’s </a:t>
            </a:r>
            <a:r>
              <a:rPr b="1"/>
              <a:t>pre-activations</a:t>
            </a:r>
            <a:r>
              <a:rPr/>
              <a:t> Z</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δ: for layer 2, (A⁽¹⁾)ᵀ δ⁽²⁾</a:t>
            </a:r>
          </a:p>
          <a:p>
            <a:pPr lvl="0"/>
            <a:r>
              <a:rPr/>
              <a:t>To step down: multiply δ by the weight matrix above, then elementwise (⊙) by the activation’s derivative g′</a:t>
            </a:r>
          </a:p>
          <a:p>
            <a:pPr lvl="0"/>
            <a:r>
              <a:rPr/>
              <a:t>For the ReLU, g′ is 1 where the pre-activation was positive, 0 elsewhere: a unit silent going forward passes nothing back</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just trains badly</a:t>
            </a:r>
          </a:p>
          <a:p>
            <a:pPr lvl="0"/>
            <a:r>
              <a:rPr/>
              <a:t>Compare each partial with (J(θ + h) − J(θ − h)) ÷ 2h: error of order h²</a:t>
            </a:r>
          </a:p>
          <a:p>
            <a:pPr lvl="0"/>
            <a:r>
              <a:rPr/>
              <a:t>Relative error = |⁠numerical − analytic|⁠ ÷ (|⁠numerical|⁠ + |⁠analytic|⁠); notebook 01: worst 1.97 × 10⁻⁸, median 7.83 × 10⁻¹¹</a:t>
            </a:r>
          </a:p>
          <a:p>
            <a:pPr lvl="0"/>
            <a:r>
              <a:rPr b="1"/>
              <a:t>Below 10⁻⁶: believe it. Above 10⁻⁴: there is a bug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28-43</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56-57</a:t>
                      </a:r>
                    </a:p>
                  </a:txBody>
                </a:tc>
                <a:tc>
                  <a:txBody>
                    <a:bodyPr/>
                    <a:lstStyle/>
                    <a:p>
                      <a:pPr lvl="0" indent="0" marL="0">
                        <a:buNone/>
                      </a:pPr>
                      <a:r>
                        <a:rPr/>
                        <a:t>all weights 0 → final cost 0.6887</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digits</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r>
              <a:rPr/>
              <a:t>: 0.55 for the line, about 0.94 with a few hidden units</a:t>
            </a:r>
          </a:p>
          <a:p>
            <a:pPr lvl="0"/>
            <a:r>
              <a:rPr/>
              <a:t>Digits vote pixel by pixel: the acceptance rule needed two measurements </a:t>
            </a:r>
            <a:r>
              <a:rPr b="1"/>
              <a:t>at once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Six sigmoid layers, eight seeds: gradient size at the layer nearest the output ÷ at the first layer, median </a:t>
            </a:r>
            <a:r>
              <a:rPr b="1"/>
              <a:t>3,547</a:t>
            </a:r>
          </a:p>
          <a:p>
            <a:pPr lvl="0"/>
            <a:r>
              <a:rPr/>
              <a:t>Over those eight seeds it ranges </a:t>
            </a:r>
            <a:r>
              <a:rPr b="1"/>
              <a:t>2,734 to 4,607</a:t>
            </a:r>
          </a:p>
          <a:p>
            <a:pPr lvl="0"/>
            <a:r>
              <a:rPr/>
              <a:t>Quoting the largest reports one draw as a law</a:t>
            </a:r>
          </a:p>
          <a:p>
            <a:pPr lvl="0"/>
            <a:r>
              <a:rPr b="1"/>
              <a:t>The per-layer factor of about 4 is the property</a:t>
            </a:r>
          </a:p>
          <a:p>
            <a:pPr lvl="0"/>
            <a:r>
              <a:rPr/>
              <a:t>By depth, five seeds each: 9.5, 170, 3,553, 46,250 at two, four, six and eight layers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three activations: only the sigmoid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tanh squashes too, but its derivative reaches 1; the sigmoid’s never exceeds ¼, and that is what kills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28-33</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45-48</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49-52</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53-54</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58</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a:t>
            </a:r>
            <a:r>
              <a:rPr b="1"/>
              <a:t>only the output bias moves</a:t>
            </a:r>
          </a:p>
          <a:p>
            <a:pPr lvl="0"/>
            <a:r>
              <a:rPr/>
              <a:t>It converges to the base rate, the cost to the label entropy: </a:t>
            </a:r>
            <a:r>
              <a:rPr b="1"/>
              <a:t>0.6887 predicted, 0.6887 measured</a:t>
            </a:r>
          </a:p>
          <a:p>
            <a:pPr lvl="0"/>
            <a:r>
              <a:rPr/>
              <a:t>32 hidden units started at zero end as </a:t>
            </a:r>
            <a:r>
              <a:rPr b="1"/>
              <a:t>1 distinct unit</a:t>
            </a:r>
            <a:r>
              <a:rPr/>
              <a:t>, copied 32 times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Each layer multiplies the variance by n × Var(w): Var(w) = 1/n is </a:t>
            </a:r>
            <a:r>
              <a:rPr b="1"/>
              <a:t>Glorot</a:t>
            </a:r>
            <a:r>
              <a:rPr/>
              <a:t>; for ReLU, 2/n is </a:t>
            </a:r>
            <a:r>
              <a:rPr b="1"/>
              <a:t>He</a:t>
            </a:r>
          </a:p>
          <a:p>
            <a:pPr lvl="0"/>
            <a:r>
              <a:rPr/>
              <a:t>Eight tanh layers of 64, weights of standard deviation 0.01: the signal </a:t>
            </a:r>
            <a:r>
              <a:rPr b="1"/>
              <a:t>collapses</a:t>
            </a:r>
            <a:r>
              <a:rPr/>
              <a:t> to zero by layer 4</a:t>
            </a:r>
          </a:p>
          <a:p>
            <a:pPr lvl="0"/>
            <a:r>
              <a:rPr/>
              <a:t>Standard deviation 1: 73% of the last layer </a:t>
            </a:r>
            <a:r>
              <a:rPr b="1"/>
              <a:t>saturates</a:t>
            </a:r>
            <a:r>
              <a:rPr/>
              <a:t>, |a| &gt; 0.99</a:t>
            </a:r>
          </a:p>
          <a:p>
            <a:pPr lvl="0"/>
            <a:r>
              <a:rPr/>
              <a:t>Glorot keeps half its spread over the eight layers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 two layers of 64, on the digits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 plain SGD, 60 epochs</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One layer of 64, 40 epochs: at α = 1.0, </a:t>
            </a:r>
            <a:r>
              <a:rPr b="1"/>
              <a:t>33 of 64 are dead</a:t>
            </a:r>
            <a:r>
              <a:rPr/>
              <a:t>, validation accuracy 0.9583 against 0.9667 at α = 0.5</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 acceptance data, 16 hidden units</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against the noise-free labels</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on that network</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59-61</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62-63</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64-65</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66</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67</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