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15 -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middle step is left off the slide so the formula stays large enough to read: 1.25 squared over two is 0.78125, and that is the exponent. Do it out loud.</a:t>
            </a:r>
          </a:p>
          <a:p>
            <a:pPr lvl="0" indent="0" marL="0">
              <a:buNone/>
            </a:pPr>
          </a:p>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8 to 15,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2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(standard deviation)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no line does much better than that</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computed exactly from the geometry: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of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cost’s derivative for each layer’s </a:t>
            </a:r>
            <a:r>
              <a:rPr b="1"/>
              <a:t>pre-activations</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with (J(θ + h) − J(θ − h)) ÷ 2h: error of order h²</a:t>
            </a:r>
          </a:p>
          <a:p>
            <a:pPr lvl="0"/>
            <a:r>
              <a:rPr/>
              <a:t>Notebook 01: worst disagreement 1.97 × 10⁻⁸, median 7.83 × 10⁻¹¹</a:t>
            </a:r>
          </a:p>
          <a:p>
            <a:pPr lvl="0"/>
            <a:r>
              <a:rPr b="1"/>
              <a:t>Relative error below 10⁻⁶: believe it. Above 10⁻⁴: there is a bug</a:t>
            </a:r>
          </a:p>
          <a:p>
            <a:pPr lvl="0"/>
            <a:r>
              <a:rPr/>
              <a:t>Four lines of code, and not optional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8-15</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27-42</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16-24</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25</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55-56</a:t>
                      </a:r>
                    </a:p>
                  </a:txBody>
                </a:tc>
                <a:tc>
                  <a:txBody>
                    <a:bodyPr/>
                    <a:lstStyle/>
                    <a:p>
                      <a:pPr lvl="0" indent="0" marL="0">
                        <a:buNone/>
                      </a:pPr>
                      <a:r>
                        <a:rPr/>
                        <a:t>all weights 0 → final cost 0.6887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Gradient at the last weight matrix ÷ gradient at the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27-32</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44-47</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48-51</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52-53</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57</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and the cost to the cost of always predicting it, the label entropy: </a:t>
            </a:r>
            <a:r>
              <a:rPr b="1"/>
              <a:t>0.6887 predicted, 0.6887 measured</a:t>
            </a:r>
          </a:p>
          <a:p>
            <a:pPr lvl="0"/>
            <a:r>
              <a:rPr/>
              <a:t>Distinct hidden columns: </a:t>
            </a:r>
            <a:r>
              <a:rPr b="1"/>
              <a:t>1 of 32</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layer’s tanh units past |a| &gt; 0.99</a:t>
            </a:r>
          </a:p>
          <a:p>
            <a:pPr lvl="0"/>
            <a:r>
              <a:rPr/>
              <a:t>Glorot loses half its spread over eight layers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58-60</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61-62</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63-64</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66</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65</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