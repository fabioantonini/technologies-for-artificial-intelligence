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gone from the slide to keep the type readable: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