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8 briefly. One sentence on what went well, one on the recurring gap - several reports quoted a silhouette score as though it validated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27 November, 23:59, at the start of lesson 10.</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returned</a:t>
            </a:r>
          </a:p>
        </p:txBody>
      </p:sp>
      <p:sp>
        <p:nvSpPr>
          <p:cNvPr id="3" name="Content Placeholder 2"/>
          <p:cNvSpPr>
            <a:spLocks noGrp="1"/>
          </p:cNvSpPr>
          <p:nvPr>
            <p:ph idx="1"/>
          </p:nvPr>
        </p:nvSpPr>
        <p:spPr>
          <a:xfrm>
            <a:off x="457200" y="1200151"/>
            <a:ext cx="8229600" cy="3394472"/>
          </a:xfrm>
        </p:spPr>
        <p:txBody>
          <a:bodyPr/>
          <a:lstStyle/>
          <a:p>
            <a:pPr lvl="0"/>
            <a:r>
              <a:rPr/>
              <a:t>Marks were for </a:t>
            </a:r>
            <a:r>
              <a:rPr b="1"/>
              <a:t>what the metric could see</a:t>
            </a:r>
            <a:r>
              <a:rPr/>
              <a:t>, not for the score itself</a:t>
            </a:r>
          </a:p>
          <a:p>
            <a:pPr lvl="0"/>
            <a:r>
              <a:rPr/>
              <a:t>Recurring gap: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585839"/>
            <a:ext cx="8229600" cy="520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W[¹]</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b[¹]</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Z[¹], A[¹]</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W[²]</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y</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04839"/>
            <a:ext cx="8229600" cy="128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457202" y="1976240"/>
            <a:ext cx="8229595" cy="1739899"/>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due </a:t>
            </a:r>
            <a:r>
              <a:rPr b="1"/>
              <a:t>Friday 27 November 2026, 23:59</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