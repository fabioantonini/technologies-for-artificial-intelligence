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named to them, this morning,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15989"/>
            <a:ext cx="8229600" cy="660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457200" y="1792089"/>
            <a:ext cx="8229600" cy="210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9940"/>
            <a:ext cx="8229591" cy="9524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