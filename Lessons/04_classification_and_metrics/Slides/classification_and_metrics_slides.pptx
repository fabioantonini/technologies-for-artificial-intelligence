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named to them, this morning,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82639"/>
            <a:ext cx="8229600" cy="927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