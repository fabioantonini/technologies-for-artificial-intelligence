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 and the threshold nobody chose</a:t>
            </a:r>
          </a:p>
          <a:p>
            <a:pPr lvl="0"/>
            <a:r>
              <a:rPr/>
              <a:t>ROC, AUC,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 we replace a healthy drive. A technician’s hour, €140</a:t>
            </a:r>
          </a:p>
          <a:p>
            <a:pPr lvl="0"/>
            <a:r>
              <a:rPr b="1"/>
              <a:t>False negative</a:t>
            </a:r>
            <a:r>
              <a:rPr/>
              <a:t> —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 of 56 drives flagged, 43 really failed</a:t>
            </a:r>
          </a:p>
          <a:p>
            <a:pPr lvl="0"/>
            <a:r>
              <a:rPr/>
              <a:t>Recall </a:t>
            </a:r>
            <a:r>
              <a:rPr b="1"/>
              <a:t>0.566</a:t>
            </a:r>
            <a:r>
              <a:rPr/>
              <a:t> — of 76 drives that failed, we found 43</a:t>
            </a:r>
          </a:p>
          <a:p>
            <a:pPr lvl="0"/>
            <a:r>
              <a:rPr/>
              <a:t>Specificity 0.993 —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 dominated by the healthy class</a:t>
            </a:r>
          </a:p>
          <a:p>
            <a:pPr lvl="0"/>
            <a:r>
              <a:rPr>
                <a:latin typeface="Courier"/>
              </a:rPr>
              <a:t>macro avg</a:t>
            </a:r>
            <a:r>
              <a:rPr/>
              <a:t> F1: </a:t>
            </a:r>
            <a:r>
              <a:rPr b="1"/>
              <a:t>0.820</a:t>
            </a:r>
            <a:r>
              <a:rPr/>
              <a:t> —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 an enormous, growing denominator</a:t>
            </a:r>
          </a:p>
          <a:p>
            <a:pPr lvl="0"/>
            <a:r>
              <a:rPr/>
              <a:t>Precision divides by </a:t>
            </a:r>
            <a:r>
              <a:rPr b="1"/>
              <a:t>the alarms raised</a:t>
            </a:r>
            <a:r>
              <a:rPr/>
              <a:t> —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Classification and Evaluation Metrics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