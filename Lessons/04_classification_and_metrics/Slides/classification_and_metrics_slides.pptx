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52).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52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52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52.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(57 and 58)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a:p>
            <a:pPr lvl="0"/>
            <a:r>
              <a:rPr/>
              <a:t>A correct decision counts as €0: each cost is what the error adds over the right call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55</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57-58</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