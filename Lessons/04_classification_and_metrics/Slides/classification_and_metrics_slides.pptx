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mistake lesson 1 named. Today’s lesson ends up in the same place from a different direction, on slide 43,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(bad patches of the disk the drive has had to replace), spin retries, read error rate, temperature, hours in service, and seek error rate.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22,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and be precise about what is diminishing. It is the total evidence z, not any one counter. Two units of log-odds from z = 0 take the probability from 0.50 to 0.88; the same two from z = 6 take it from 0.9975 to 0.9997, 178 times less.</a:t>
            </a:r>
          </a:p>
          <a:p>
            <a:pPr lvl="0" indent="0" marL="0">
              <a:buNone/>
            </a:pPr>
          </a:p>
          <a:p>
            <a:pPr lvl="0" indent="0" marL="0">
              <a:buNone/>
            </a:pPr>
            <a:r>
              <a:rPr/>
              <a:t>Expect someone to object that the previous figure says otherwise: there the curve is flat at the START, where drives have few reallocated sectors, not only at the ends. The answer is the horizontal axis. That curve is drawn against raw reallocated sectors, not against z, so it is steepest at 13.2 sectors and the first four sectors move it by only 0.03. Both pictures are right: the counters act on a log scale, and on that scale four sectors are worth +4.7 in log-odds, taking a drive from a 0.012% chance of failing to 1.3%, about a hundred times more. Handout section 1.1.</a:t>
            </a:r>
          </a:p>
          <a:p>
            <a:pPr lvl="0" indent="0" marL="0">
              <a:buNone/>
            </a:pPr>
          </a:p>
          <a:p>
            <a:pPr lvl="0" indent="0" marL="0">
              <a:buNone/>
            </a:pPr>
            <a:r>
              <a:rPr/>
              <a:t>Right panel: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On slide 17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the product itself is too small to store. Gradient descent starts with every probability at 0.5, and 0.5 multiplied by itself 6,000 times, once per training drive, is about 10 to the minus 1806. The smallest number a 64-bit float holds is about 10 to the minus 308, so the computer stores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Written out in full the formula reached the slide edge and came out at 26pt, smaller than the bullets on the slide before it.</a:t>
            </a:r>
          </a:p>
          <a:p>
            <a:pPr lvl="0" indent="0" marL="0">
              <a:buNone/>
            </a:pPr>
          </a:p>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slide 9 -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41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25 -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Twenty minutes if the clock allows, otherwise show the pairs experiment and the imbalance comparison and leave the rest for them.</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parameters w and b are a knob: each setting gives a probability to what actually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8-18</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16</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20</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11-12</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22</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24</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26-29</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31-32</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33</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35</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36</a:t>
                      </a:r>
                    </a:p>
                  </a:txBody>
                </a:tc>
                <a:tc>
                  <a:txBody>
                    <a:bodyPr/>
                    <a:lstStyle/>
                    <a:p>
                      <a:pPr lvl="0" indent="0" marL="0">
                        <a:buNone/>
                      </a:pPr>
                      <a:r>
                        <a:rPr/>
                        <a:t>200,000 random (failing, healthy) pairs → 0.9488</a:t>
                      </a:r>
                    </a:p>
                  </a:txBody>
                </a:tc>
              </a:tr>
              <a:tr h="0">
                <a:tc>
                  <a:txBody>
                    <a:bodyPr/>
                    <a:lstStyle/>
                    <a:p>
                      <a:pPr lvl="0" indent="0" marL="0">
                        <a:buNone/>
                      </a:pPr>
                      <a:r>
                        <a:rPr/>
                        <a:t>the rare-positive trap, 38-39</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41-43</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44</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46-47</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30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