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50,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29,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 the first four move it by 0.03 -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at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gives every sector the same 0.336 of z, so for that model the first four sectors add 1.34 to z and take a drive from 1.2% to 4.4%. But the labels were generated from log(1 + count), on which the first sectors weigh the most (handout section 1.1): for a drive whose other counters are average, the first four sectors add 4.7 to z and take it from 0.012% to 1.3%, about a hundred times more. That is why the six-counter model of slide 12 onwards takes log(1 + count) as its input.</a:t>
            </a:r>
          </a:p>
          <a:p>
            <a:pPr lvl="0" indent="0" marL="0">
              <a:buNone/>
            </a:pPr>
          </a:p>
          <a:p>
            <a:pPr lvl="0" indent="0" marL="0">
              <a:buNone/>
            </a:pPr>
            <a:r>
              <a:rPr/>
              <a:t>If a sharp student notices that 0.012% to 1.3% is a smaller move in probability than slide 7’s 0.03: compare effects in z, not in probability. That drive starts so deep in the flat tail that even a hundredfold rise moves its probability by only 0.013. Handout section 2.2.</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22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picture gives the reason.</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one that is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24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Standardising first (StandardScaler, lesson 3) puts every feature in the same unit, one standard deviation, so the coefficients can be compared with each other. For the four counters that the data puts on a logarithmic scale, it is one standard deviation of the transformed column.</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24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22)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24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23).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29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35,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29 to 32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44 names the property). Slide 49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model drops 22 alarms: 12 were false and 10 were caught failures. Accuracy counts that as two more right answers, 0.976 to 0.977.</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49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43. Different drives: 0.949 rests on the 76 failures of our 2,000-drive test set, 0.968 on a fleet thirty times larger. Both are estimates of the same ranking ability. The same goes for average precision: 0.706 on the large fleet, against slide 40’s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29,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32 -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44). Divide every probability by ten, as slide 44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one standard deviation more of reallocated sectors adds 1.80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8-25</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23</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27</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29</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31</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33-36</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38-39</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40</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42</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43</a:t>
                      </a:r>
                    </a:p>
                  </a:txBody>
                </a:tc>
                <a:tc>
                  <a:txBody>
                    <a:bodyPr/>
                    <a:lstStyle/>
                    <a:p>
                      <a:pPr lvl="0" indent="0" marL="0">
                        <a:buNone/>
                      </a:pPr>
                      <a:r>
                        <a:rPr/>
                        <a:t>200,000 random (failing, healthy) pairs → 0.9488</a:t>
                      </a:r>
                    </a:p>
                  </a:txBody>
                </a:tc>
              </a:tr>
              <a:tr h="0">
                <a:tc>
                  <a:txBody>
                    <a:bodyPr/>
                    <a:lstStyle/>
                    <a:p>
                      <a:pPr lvl="0" indent="0" marL="0">
                        <a:buNone/>
                      </a:pPr>
                      <a:r>
                        <a:rPr/>
                        <a:t>the rare-positive trap, 45-46</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48-50</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51</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53-54</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