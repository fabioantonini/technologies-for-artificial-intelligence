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3. If you have looked at any of it,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going from 0 to 4 reallocated sectors should change your mind a lot; going from 40 to 44 should barely register, because you had already concluded the drive was finished. Evidence has diminishing returns.</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0.52.</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prints three summary rows and students quote whichever is biggest. Give them the rule.</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percentage points while recall falls from 0.80 to 0.18.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returned to them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23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was due today</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 and the threshold nobody chose</a:t>
            </a:r>
          </a:p>
          <a:p>
            <a:pPr lvl="0"/>
            <a:r>
              <a:rPr/>
              <a:t>ROC curves, the area under them,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15989"/>
            <a:ext cx="8229600" cy="660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6491a8901.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457200" y="1792089"/>
            <a:ext cx="8229600" cy="210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45496" y="1166099"/>
            <a:ext cx="785300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 we replace a healthy drive. A technician’s hour, €140</a:t>
            </a:r>
          </a:p>
          <a:p>
            <a:pPr lvl="0"/>
            <a:r>
              <a:rPr b="1"/>
              <a:t>False negative</a:t>
            </a:r>
            <a:r>
              <a:rPr/>
              <a:t> —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 of 56 drives flagged, 43 really failed</a:t>
            </a:r>
          </a:p>
          <a:p>
            <a:pPr lvl="0"/>
            <a:r>
              <a:rPr/>
              <a:t>Recall </a:t>
            </a:r>
            <a:r>
              <a:rPr b="1"/>
              <a:t>0.566</a:t>
            </a:r>
            <a:r>
              <a:rPr/>
              <a:t> — of 76 drives that failed, we found 43</a:t>
            </a:r>
          </a:p>
          <a:p>
            <a:pPr lvl="0"/>
            <a:r>
              <a:rPr/>
              <a:t>Specificity 0.993 —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 dominated by the healthy class</a:t>
            </a:r>
          </a:p>
          <a:p>
            <a:pPr lvl="0"/>
            <a:r>
              <a:rPr>
                <a:latin typeface="Courier"/>
              </a:rPr>
              <a:t>macro avg</a:t>
            </a:r>
            <a:r>
              <a:rPr/>
              <a:t> F1: </a:t>
            </a:r>
            <a:r>
              <a:rPr b="1"/>
              <a:t>0.820</a:t>
            </a:r>
            <a:r>
              <a:rPr/>
              <a:t> —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FPR divides by </a:t>
            </a:r>
            <a:r>
              <a:rPr b="1"/>
              <a:t>all healthy drives</a:t>
            </a:r>
            <a:r>
              <a:rPr/>
              <a:t> — an enormous, growing denominator</a:t>
            </a:r>
          </a:p>
          <a:p>
            <a:pPr lvl="0"/>
            <a:r>
              <a:rPr/>
              <a:t>Precision divides by </a:t>
            </a:r>
            <a:r>
              <a:rPr b="1"/>
              <a:t>the alarms raised</a:t>
            </a:r>
            <a:r>
              <a:rPr/>
              <a:t> —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9940"/>
            <a:ext cx="8229591" cy="9524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due Friday 23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Classification and Evaluation Metrics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