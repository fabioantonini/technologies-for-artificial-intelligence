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53,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30,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23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picture gives the reason.</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25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13),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25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23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21’s numbers, drawn. The horizontal axis is the probability the model gave to what actually happened - the factors of slides 18 and 20.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23)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25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24).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30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36,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grey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30 to 33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46 names the property). Slide 51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51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44. Different drives: 0.949 rests on the 76 failures of our 2,000-drive test set, 0.968 on a fleet thirty times larger. Both are estimates of the same ranking ability. The same goes for average precision: 0.706 on the large fleet, against slide 41’s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30,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33 -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46). Divide every probability by ten, as slide 46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closed form of the previous slide, drawn.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Where the lines cross the two decisions cost the same: (1 - p) times 140 = p times 2,600, which gives p = 140 divided by (140 + 2,600) = 0.051, the t-star of slide 51. Left of the crossing, leaving the drive is cheaper; right of it, flagging is. So the rule is: flag every drive whose probability is above 0.051.</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(56 and 57)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Evidence multiplies the odds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14),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8-26</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24</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(1,911 + 13) = 0.993</a:t>
            </a:r>
          </a:p>
          <a:p>
            <a:pPr lvl="0"/>
            <a:r>
              <a:rPr/>
              <a:t>In code: </a:t>
            </a:r>
            <a:r>
              <a:rPr>
                <a:latin typeface="Courier"/>
              </a:rPr>
              <a:t>precision_score</a:t>
            </a:r>
            <a:r>
              <a:rPr/>
              <a:t>, </a:t>
            </a:r>
            <a:r>
              <a:rPr>
                <a:latin typeface="Courier"/>
              </a:rPr>
              <a:t>recall_score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30</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32</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34-37</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39-40</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41</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43</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44-45</a:t>
                      </a:r>
                    </a:p>
                  </a:txBody>
                </a:tc>
                <a:tc>
                  <a:txBody>
                    <a:bodyPr/>
                    <a:lstStyle/>
                    <a:p>
                      <a:pPr lvl="0" indent="0" marL="0">
                        <a:buNone/>
                      </a:pPr>
                      <a:r>
                        <a:rPr/>
                        <a:t>200,000 random (failing, healthy) pairs → 0.9488</a:t>
                      </a:r>
                    </a:p>
                  </a:txBody>
                </a:tc>
              </a:tr>
              <a:tr h="0">
                <a:tc>
                  <a:txBody>
                    <a:bodyPr/>
                    <a:lstStyle/>
                    <a:p>
                      <a:pPr lvl="0" indent="0" marL="0">
                        <a:buNone/>
                      </a:pPr>
                      <a:r>
                        <a:rPr/>
                        <a:t>the rare-positive trap, 47-48</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50-53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56-57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