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30,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23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picture gives the reason.</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one that is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25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Standardising first (StandardScaler, lesson 3) puts every feature in the same unit, one standard deviation, so the coefficients can be compared with each other. For the four counters that the data puts on a logarithmic scale, it is one standard deviation of the transformed column.</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25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23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21’s numbers, drawn. The horizontal axis is the probability the model gave to what actually happened - the factors of slides 18 and 20.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23)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25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24).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30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36,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grey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30 to 33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46 names the property). Slide 51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44. Different drives: 0.949 rests on the 76 failures of our 2,000-drive test set, 0.968 on a fleet thirty times larger. Both are estimates of the same ranking ability. The same goes for average precision: 0.706 on the large fleet, against slide 41’s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30,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33 -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46). Divide every probability by ten, as slide 46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51.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(56 and 57)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one standard deviation more of reallocated sectors adds 1.80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8-26</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24</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30</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32</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34-37</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39-40</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41</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43</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44-45</a:t>
                      </a:r>
                    </a:p>
                  </a:txBody>
                </a:tc>
                <a:tc>
                  <a:txBody>
                    <a:bodyPr/>
                    <a:lstStyle/>
                    <a:p>
                      <a:pPr lvl="0" indent="0" marL="0">
                        <a:buNone/>
                      </a:pPr>
                      <a:r>
                        <a:rPr/>
                        <a:t>200,000 random (failing, healthy) pairs → 0.9488</a:t>
                      </a:r>
                    </a:p>
                  </a:txBody>
                </a:tc>
              </a:tr>
              <a:tr h="0">
                <a:tc>
                  <a:txBody>
                    <a:bodyPr/>
                    <a:lstStyle/>
                    <a:p>
                      <a:pPr lvl="0" indent="0" marL="0">
                        <a:buNone/>
                      </a:pPr>
                      <a:r>
                        <a:rPr/>
                        <a:t>the rare-positive trap, 47-48</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50-53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56-57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