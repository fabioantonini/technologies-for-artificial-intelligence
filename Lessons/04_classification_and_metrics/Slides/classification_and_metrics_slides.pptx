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sin lesson 1 named. Today’s lesson ends up in the same place from a different direction, when we choose a decision threshold.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the proportion out loud,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spin retries, read error rate, temperature, hours in service.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in section 5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and be precise about what is diminishing. It is the total evidence z, not any one counter. Two units of log-odds from z = 0 take the probability from 0.50 to 0.88; the same two from z = 6 take it from 0.9975 to 0.9997, 178 times less.</a:t>
            </a:r>
          </a:p>
          <a:p>
            <a:pPr lvl="0" indent="0" marL="0">
              <a:buNone/>
            </a:pPr>
          </a:p>
          <a:p>
            <a:pPr lvl="0" indent="0" marL="0">
              <a:buNone/>
            </a:pPr>
            <a:r>
              <a:rPr/>
              <a:t>Expect someone to object that the previous figure says otherwise. That curve is drawn against raw reallocated sectors, not against z, so it is steepest at 13.2 and the first four sectors move it by only 0.03. Both pictures are right: the counters act on a log scale, and on that scale four sectors are worth +4.7 in log-odds, taking a drive from a 0.01% chance of failing to 1.3%. Handout section 1.1.</a:t>
            </a:r>
          </a:p>
          <a:p>
            <a:pPr lvl="0" indent="0" marL="0">
              <a:buNone/>
            </a:pPr>
          </a:p>
          <a:p>
            <a:pPr lvl="0" indent="0" marL="0">
              <a:buNone/>
            </a:pPr>
            <a:r>
              <a:rPr/>
              <a:t>Right: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In fifteen minutes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are not admiring the estimates, we are marking them.</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with 8,000 factors below 1 the product is about 10 to the minus 1000, which a 64-bit float stores as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Say the missing half rather than showing it: the cost J is the average of this over the m examples, one over m times the sum. Written out in full the formula reached the slide edge and came out at 26pt, smaller than the bullets on the slide before it.</a:t>
            </a:r>
          </a:p>
          <a:p>
            <a:pPr lvl="0" indent="0" marL="0">
              <a:buNone/>
            </a:pPr>
          </a:p>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ten minutes ago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is a habit. Telling those two apart is the next two hours.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with a positive rate pi,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is the antidote to the most reliable confusion in the lesson. Both metrics divide the true positives.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and one minus it is the false positive rate, which comes back in the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0.52.</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beta above 1 weights recall more, which is what you want here where misses cost nineteen times more.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we spent twenty minutes on.</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The cell to linger on is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percentage points while recall falls from 0.80 to 0.18.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red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the same three thresholds from the last two slides, so they can see the correspondence.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true positive rate, which is recall under another name - the failures we catch. False positive rate - the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we will in ten minutes - AUC is not the check you want.</a:t>
            </a:r>
          </a:p>
          <a:p>
            <a:pPr lvl="0" indent="0" marL="0">
              <a:buNone/>
            </a:pPr>
          </a:p>
          <a:p>
            <a:pPr lvl="0" indent="0" marL="0">
              <a:buNone/>
            </a:pPr>
            <a:r>
              <a:rPr/>
              <a:t>Good place to mention calibration exists as a topic,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an hour ago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just named to them, this morning, on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rare example count as many, here about 25.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 reparameterisation of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Same caution for resampling and SMOTE - and it must happen inside the cross-validation fold,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 otherwise show the pairs experiment and the imbalance comparison and leave the rest for them.</a:t>
            </a:r>
          </a:p>
          <a:p>
            <a:pPr lvl="0" indent="0" marL="0">
              <a:buNone/>
            </a:pPr>
          </a:p>
          <a:p>
            <a:pPr lvl="0" indent="0" marL="0">
              <a:buNone/>
            </a:pPr>
            <a:r>
              <a:rPr/>
              <a:t>The pairs experiment is the cell worth protecting if time is short: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normalises them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23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so </a:t>
            </a:r>
            <a:r>
              <a:rPr>
                <a:latin typeface="Courier"/>
              </a:rPr>
              <a:t>exp(coefficient)</a:t>
            </a:r>
            <a:r>
              <a:rPr/>
              <a:t> multiplies the </a:t>
            </a:r>
            <a:r>
              <a:rPr b="1"/>
              <a:t>odds</a:t>
            </a:r>
          </a:p>
          <a:p>
            <a:pPr lvl="0"/>
            <a:r>
              <a:rPr/>
              <a:t>Features standardised, so one unit = one standard deviation</a:t>
            </a:r>
          </a:p>
          <a:p>
            <a:pPr lvl="0"/>
            <a:r>
              <a:rPr/>
              <a:t>A coefficient of 1.80 means </a:t>
            </a:r>
            <a:r>
              <a:rPr b="1"/>
              <a:t>six times the odds</a:t>
            </a:r>
            <a:r>
              <a:rPr/>
              <a:t> of failing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base rate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an average drive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model has a knob; each setting assigns a probability to what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Fifteen lines of NumPy, then one line of scikit-learn</a:t>
            </a:r>
          </a:p>
          <a:p>
            <a:pPr lvl="0"/>
            <a:r>
              <a:rPr/>
              <a:t>Same answer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Precision </a:t>
            </a:r>
            <a:r>
              <a:rPr b="1"/>
              <a:t>0.768</a:t>
            </a:r>
            <a:r>
              <a:rPr/>
              <a:t>: of 56 drives flagged, 43 really failed</a:t>
            </a:r>
          </a:p>
          <a:p>
            <a:pPr lvl="0"/>
            <a:r>
              <a:rPr/>
              <a:t>Recall </a:t>
            </a:r>
            <a:r>
              <a:rPr b="1"/>
              <a:t>0.566</a:t>
            </a:r>
            <a:r>
              <a:rPr/>
              <a:t>: of 76 drives that failed, we found 43</a:t>
            </a:r>
          </a:p>
          <a:p>
            <a:pPr lvl="0"/>
            <a:r>
              <a:rPr/>
              <a:t>Specificity 0.993: of 1,924 healthy drives, we left 1,911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a:t>
                      </a:r>
                    </a:p>
                  </a:txBody>
                  <a:tcPr/>
                </a:tc>
                <a:tc>
                  <a:txBody>
                    <a:bodyPr/>
                    <a:lstStyle/>
                    <a:p>
                      <a:pPr lvl="0" indent="0" marL="0">
                        <a:buNone/>
                      </a:pPr>
                      <a:r>
                        <a:rPr/>
                        <a:t>Harmonic</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confusion matrix by hand, then from scikit-learn</a:t>
            </a:r>
          </a:p>
          <a:p>
            <a:pPr lvl="0"/>
            <a:r>
              <a:rPr/>
              <a:t>Then the threshold sweep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AUC = the probability that a random failing drive scores above a random healthy one</a:t>
            </a:r>
          </a:p>
          <a:p>
            <a:pPr lvl="0"/>
            <a:r>
              <a:rPr/>
              <a:t>Ours: 0.949</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ROC by hand, the 200,000-pair experiment, the cost curve</a:t>
            </a:r>
          </a:p>
          <a:p>
            <a:pPr lvl="0"/>
            <a:r>
              <a:rPr/>
              <a:t>Then the multiclass matrix</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23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