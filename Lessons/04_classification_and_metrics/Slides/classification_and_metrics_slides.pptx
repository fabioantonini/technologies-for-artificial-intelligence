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(bad patches of the disk the drive has had to replace), spin retries, read error rate, temperature, hours in service, and seek error rate.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that the previous figure says otherwise: there the curve is flat at the START, where drives have few reallocated sectors, not only at the ends. The answer is the horizontal axis. That curve is drawn against raw reallocated sectors, not against z, so it is steepest at 13.2 sectors and the first four sectors move it by only 0.03. Both pictures are right. The model does not use the raw count: section 1.1 of the handout explains that four of the counters enter it as log(1 + count), so the first few sectors are a big step on the model’s own scale. On that scale four sectors add +4.7 to z: a drive with average telemetry and no reallocated sectors has a 0.012% chance of failing, and four sectors take it to 1.3%, about a hundred times more.</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16 to 20 first build, on three drives, the cost that logistic regression does minimise; slide 23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Left: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Right: the likelihood, script L, of a setting (w, b). The capital pi means “multiply over all the drives”, i from 1 to m, the way a capital sigma means “add”. Each drive contributes its factor from the left formula;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16 to 20 written for one drive in symbols. Check it on drive B of slide 16: y = 0 and p = 0.1, so the first term vanishes and L = -log(1 - 0.1) = -log 0.9 = 0.11, the number slide 20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28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43 names the property).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 The same goes for average precision: 0.706 on the large fleet, against slide 39’s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28,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f8ebc3d590.png" id="0" name="Picture 1"/>
          <p:cNvPicPr>
            <a:picLocks noGrp="1" noChangeAspect="1"/>
          </p:cNvPicPr>
          <p:nvPr/>
        </p:nvPicPr>
        <p:blipFill>
          <a:blip r:embed="rId3"/>
          <a:stretch>
            <a:fillRect/>
          </a:stretch>
        </p:blipFill>
        <p:spPr bwMode="auto">
          <a:xfrm>
            <a:off x="457200" y="2484239"/>
            <a:ext cx="8229600" cy="723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