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mistake lesson 1 named. Today’s lesson ends up in the same place from a different direction, on slide 43,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22,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counters act on a log scale, and on that scale four sectors are worth +4.7 in log-odds, taking a drive from a 0.012% chance of failing to 1.3%, about a hundred times more. Handout section 1.1.</a:t>
            </a:r>
          </a:p>
          <a:p>
            <a:pPr lvl="0" indent="0" marL="0">
              <a:buNone/>
            </a:pPr>
          </a:p>
          <a:p>
            <a:pPr lvl="0" indent="0" marL="0">
              <a:buNone/>
            </a:pPr>
            <a:r>
              <a:rPr/>
              <a:t>Right panel: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On slide 17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the product itself is too small to store. Gradient descent starts with every probability at 0.5, and 0.5 multiplied by itself 6,000 times, once per training drive, is about 10 to the minus 1806. The smallest number a 64-bit float holds is about 10 to the minus 308, so the computer stores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slide 9 -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22 to 25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25 -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(46 and 47)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parameters w and b are a knob: each setting gives a probability to what actually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8-18</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16</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20</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11-12</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22</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24</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26-29</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31-32</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33</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35</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36</a:t>
                      </a:r>
                    </a:p>
                  </a:txBody>
                </a:tc>
                <a:tc>
                  <a:txBody>
                    <a:bodyPr/>
                    <a:lstStyle/>
                    <a:p>
                      <a:pPr lvl="0" indent="0" marL="0">
                        <a:buNone/>
                      </a:pPr>
                      <a:r>
                        <a:rPr/>
                        <a:t>200,000 random (failing, healthy) pairs → 0.9488</a:t>
                      </a:r>
                    </a:p>
                  </a:txBody>
                </a:tc>
              </a:tr>
              <a:tr h="0">
                <a:tc>
                  <a:txBody>
                    <a:bodyPr/>
                    <a:lstStyle/>
                    <a:p>
                      <a:pPr lvl="0" indent="0" marL="0">
                        <a:buNone/>
                      </a:pPr>
                      <a:r>
                        <a:rPr/>
                        <a:t>the rare-positive trap, 38-39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41-43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44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46-47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