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mistake lesson 1 named. Today’s lesson ends up in the same place from a different direction, on slide 45,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24,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and be precise about what is diminishing. It is the total evidence z, not any one counter. Two units of log-odds from z = 0 take the probability from 0.50 to 0.88; the same two from z = 6 take it from 0.9975 to 0.9997, 178 times less.</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counters act on a log scale, and on that scale four sectors are worth +4.7 in log-odds, taking a drive from a 0.012% chance of failing to 1.3%, about a hundred times more. Handout section 1.1.</a:t>
            </a:r>
          </a:p>
          <a:p>
            <a:pPr lvl="0" indent="0" marL="0">
              <a:buNone/>
            </a:pPr>
          </a:p>
          <a:p>
            <a:pPr lvl="0" indent="0" marL="0">
              <a:buNone/>
            </a:pPr>
            <a:r>
              <a:rPr/>
              <a:t>Right panel: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12;</a:t>
            </a:r>
          </a:p>
          <a:p>
            <a:pPr lvl="0" indent="0" marL="0">
              <a:buNone/>
            </a:pPr>
          </a:p>
          <a:p>
            <a:pPr lvl="0"/>
            <a:r>
              <a:rPr/>
              <a:t>it is the scale on which Bayes’ rule adds evidence - posterior log-odds is prior log-odds plus one term per independent piece of evidence - and a sum of terms is exactly what a linear model is;</a:t>
            </a:r>
          </a:p>
          <a:p>
            <a:pPr lvl="0" indent="0" marL="0">
              <a:buNone/>
            </a:pPr>
          </a:p>
          <a:p>
            <a:pPr lvl="0"/>
            <a:r>
              <a:rPr/>
              <a:t>with the cross-entropy cost of slide 17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On slide 19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the product itself is too small to store. Gradient descent starts with every probability at 0.5, and 0.5 multiplied by itself 6,000 times, once per training drive, is about 10 to the minus 1806. The smallest number a 64-bit float holds is about 10 to the minus 308, so the computer stores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slide 11 -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24 to 27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43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27 -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(46 and 47)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parameters w and b are a knob: each setting gives a probability to what actually happened</a:t>
            </a:r>
          </a:p>
          <a:p>
            <a:pPr lvl="0"/>
            <a:r>
              <a:rPr b="1"/>
              <a:t>Turn the knob so that what actually happened is least surprising</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8-18</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16</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20</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11-12</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22</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24</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26-29</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31-32</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33</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35</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36</a:t>
                      </a:r>
                    </a:p>
                  </a:txBody>
                </a:tc>
                <a:tc>
                  <a:txBody>
                    <a:bodyPr/>
                    <a:lstStyle/>
                    <a:p>
                      <a:pPr lvl="0" indent="0" marL="0">
                        <a:buNone/>
                      </a:pPr>
                      <a:r>
                        <a:rPr/>
                        <a:t>200,000 random (failing, healthy) pairs → 0.9488</a:t>
                      </a:r>
                    </a:p>
                  </a:txBody>
                </a:tc>
              </a:tr>
              <a:tr h="0">
                <a:tc>
                  <a:txBody>
                    <a:bodyPr/>
                    <a:lstStyle/>
                    <a:p>
                      <a:pPr lvl="0" indent="0" marL="0">
                        <a:buNone/>
                      </a:pPr>
                      <a:r>
                        <a:rPr/>
                        <a:t>the rare-positive trap, 38-39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41-43</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44</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46-47</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