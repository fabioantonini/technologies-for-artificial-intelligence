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49,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28,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10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that the previous figure says otherwise: there the curve is flat at the START, where drives have few reallocated sectors, not only at the ends. The answer is the horizontal axis. That curve is drawn against raw reallocated sectors, not against z, so it is steepest at 13.2 sectors and the first four sectors move it by only 0.03. Both pictures are right. The model does not use the raw count: section 1.1 of the handout explains that four of the counters enter it as log(1 + count), so the first few sectors are a big step on the model’s own scale. On that scale four sectors add +4.7 to z: a drive with average telemetry and no reallocated sectors has a 0.012% chance of failing, and four sectors take it to 1.3%, about a hundred times more.</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12;</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21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23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Standardising first (StandardScaler, lesson 3) puts every feature in the same unit, one standard deviation, so the coefficients can be compared with each other.</a:t>
            </a:r>
          </a:p>
          <a:p>
            <a:pPr lvl="0" indent="0" marL="0">
              <a:buNone/>
            </a:pPr>
          </a:p>
          <a:p>
            <a:pPr lvl="0" indent="0" marL="0">
              <a:buNone/>
            </a:pPr>
            <a:r>
              <a:rPr/>
              <a:t>1.80 is the true coefficient of reallocated_sectors, the one the data was generated with (next slide). It means: a drive one standard deviation worse on that counter has exp(1.80), about six times, the odds of failing.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12.</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16 to 20 first build, on three drives, the cost that logistic regression does minimise; slide 23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15 -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11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about 10 to the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writes the surprise of one drive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16 to 20 written for one drive in symbols. Check it on drive B of slide 16: y = 0 and p = 0.1, so the first term vanishes and L = -log(1 - 0.1) = -log 0.9 = 0.11, the number slide 20 gave B under setting 1. The handout, section 3, does it for m drives in full.</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11 - which is why the title says so. The cost is different too: squared error there, log loss (slide 21)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11;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23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22). Squared error’s is 2(p - 1) times p times (1 - p): the chain rule through the sigmoid brings in its derivative, p times one-minus-p, from slide 11,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28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34,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28 to 31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43 names the property). Slide 48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model drops 22 alarms: 12 were false and 10 were caught failures. Accuracy counts that as two more right answers, 0.976 to 0.977.</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48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42. Different drives: 0.949 rests on the 76 failures of our 2,000-drive test set, 0.968 on a fleet thirty times larger. Both are estimates of the same ranking ability. The same goes for average precision: 0.706 on the large fleet, against slide 39’s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28,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31 -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43). Divide every probability by ten, as slide 43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(52 and 53)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0.9</a:t>
                      </a:r>
                    </a:p>
                  </a:txBody>
                </a:tc>
                <a:tc>
                  <a:txBody>
                    <a:bodyPr/>
                    <a:lstStyle/>
                    <a:p>
                      <a:pPr lvl="0" indent="0" marL="0">
                        <a:buNone/>
                      </a:pPr>
                      <a:r>
                        <a:rPr/>
                        <a:t>0.6</a:t>
                      </a:r>
                    </a:p>
                  </a:txBody>
                </a:tc>
                <a:tc>
                  <a:txBody>
                    <a:bodyPr/>
                    <a:lstStyle/>
                    <a:p>
                      <a:pPr lvl="0" indent="0" marL="0">
                        <a:buNone/>
                      </a:pPr>
                      <a:r>
                        <a:rPr/>
                        <a:t>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0.8</a:t>
                      </a:r>
                    </a:p>
                  </a:txBody>
                </a:tc>
                <a:tc>
                  <a:txBody>
                    <a:bodyPr/>
                    <a:lstStyle/>
                    <a:p>
                      <a:pPr lvl="0" indent="0" marL="0">
                        <a:buNone/>
                      </a:pPr>
                      <a:r>
                        <a:rPr/>
                        <a:t>0.5</a:t>
                      </a:r>
                    </a:p>
                  </a:txBody>
                </a:tc>
                <a:tc>
                  <a:txBody>
                    <a:bodyPr/>
                    <a:lstStyle/>
                    <a:p>
                      <a:pPr lvl="0" indent="0" marL="0">
                        <a:buNone/>
                      </a:pPr>
                      <a:r>
                        <a:rPr/>
                        <a:t>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b="1"/>
                        <a:t>0.576</a:t>
                      </a:r>
                    </a:p>
                  </a:txBody>
                </a:tc>
                <a:tc>
                  <a:txBody>
                    <a:bodyPr/>
                    <a:lstStyle/>
                    <a:p>
                      <a:endParaRPr/>
                    </a:p>
                  </a:txBody>
                </a:tc>
                <a:tc>
                  <a:txBody>
                    <a:bodyPr/>
                    <a:lstStyle/>
                    <a:p>
                      <a:pPr lvl="0" indent="0" marL="0">
                        <a:buNone/>
                      </a:pPr>
                      <a:r>
                        <a:rPr b="1"/>
                        <a:t>0.060</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b="1"/>
                        <a:t>0.55</a:t>
                      </a:r>
                    </a:p>
                  </a:txBody>
                </a:tc>
                <a:tc>
                  <a:txBody>
                    <a:bodyPr/>
                    <a:lstStyle/>
                    <a:p>
                      <a:pPr lvl="0" indent="0" marL="0">
                        <a:buNone/>
                      </a:pPr>
                      <a:r>
                        <a:rPr b="1"/>
                        <a:t>2.81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8-24</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22</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26</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13-14</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28</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30</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32-35</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37-38</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39</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41</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42</a:t>
                      </a:r>
                    </a:p>
                  </a:txBody>
                </a:tc>
                <a:tc>
                  <a:txBody>
                    <a:bodyPr/>
                    <a:lstStyle/>
                    <a:p>
                      <a:pPr lvl="0" indent="0" marL="0">
                        <a:buNone/>
                      </a:pPr>
                      <a:r>
                        <a:rPr/>
                        <a:t>200,000 random (failing, healthy) pairs → 0.9488</a:t>
                      </a:r>
                    </a:p>
                  </a:txBody>
                </a:tc>
              </a:tr>
              <a:tr h="0">
                <a:tc>
                  <a:txBody>
                    <a:bodyPr/>
                    <a:lstStyle/>
                    <a:p>
                      <a:pPr lvl="0" indent="0" marL="0">
                        <a:buNone/>
                      </a:pPr>
                      <a:r>
                        <a:rPr/>
                        <a:t>the rare-positive trap, 44-45</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47-49</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50</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52-53</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