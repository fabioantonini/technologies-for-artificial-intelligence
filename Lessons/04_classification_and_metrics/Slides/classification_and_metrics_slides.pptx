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going from 0 to 4 reallocated sectors should change your mind a lot; going from 40 to 44 should barely register, because you had already concluded the drive was finished. Evidence has diminishing returns.</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prints three summary rows and students quote whichever is biggest. Give them the rule.</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named to them, this morning,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23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54089"/>
            <a:ext cx="8229600" cy="584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6491a8901.png" id="0" name="Picture 1"/>
          <p:cNvPicPr>
            <a:picLocks noGrp="1" noChangeAspect="1"/>
          </p:cNvPicPr>
          <p:nvPr/>
        </p:nvPicPr>
        <p:blipFill>
          <a:blip r:embed="rId3"/>
          <a:stretch>
            <a:fillRect/>
          </a:stretch>
        </p:blipFill>
        <p:spPr bwMode="auto">
          <a:xfrm>
            <a:off x="457200" y="2382639"/>
            <a:ext cx="8229600" cy="927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591303" y="1869444"/>
            <a:ext cx="7961393" cy="195349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of 56 drives flagged, 43 really failed</a:t>
            </a:r>
          </a:p>
          <a:p>
            <a:pPr lvl="0"/>
            <a:r>
              <a:rPr/>
              <a:t>Recall </a:t>
            </a:r>
            <a:r>
              <a:rPr b="1"/>
              <a:t>0.566</a:t>
            </a:r>
            <a:r>
              <a:rPr/>
              <a:t>: of 76 drives that failed, we found 43</a:t>
            </a:r>
          </a:p>
          <a:p>
            <a:pPr lvl="0"/>
            <a:r>
              <a:rPr/>
              <a:t>Specificity 0.993: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0" y="2414389"/>
            <a:ext cx="8229600" cy="8636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23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