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That curve is drawn against raw reallocated sectors, not against z, so it is steepest at 13.2 and the first four sectors move it by only 0.03. Both pictures are right: the counters act on a log scale, and on that scale four sectors are worth +4.7 in log-odds, taking a drive from a 0.01% chance of failing to 1.3%. Handout section 1.1.</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Say the missing half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named to them, this morning,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