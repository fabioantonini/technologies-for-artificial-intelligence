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is a fault of the model, not a fact about the drives. A drive with a few sectors is not safe; the model cannot see it, because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 The bullet says “each feature will add” because there is no model yet: the coefficients, the weights w, arrive on slide 12, and slide 14 reads them;</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First the word the figure’s legend uses. A reading is what one counter shows on one drive: a particular value, or range of values, of one feature - say “a high count of reallocated sectors”. For counting it is a yes-or-no fact: the drive shows it or it does not.</a:t>
            </a:r>
          </a:p>
          <a:p>
            <a:pPr lvl="0" indent="0" marL="0">
              <a:buNone/>
            </a:pPr>
          </a:p>
          <a:p>
            <a:pPr lvl="0" indent="0" marL="0">
              <a:buNone/>
            </a:pPr>
            <a:r>
              <a:rPr/>
              <a:t>Why evidence multiplies, by counting, before pointing at the figure. Take 1,000 drives at 50% risk: 500 will fail, 500 will not. They are imagined, all like the drive in question, only so that percentages become counts. Suppose a reading shows up on 60% of the failing drives and on 10% of the healthy ones - the two shares are an illustration, not measured on the fleet, and only their ratio, 6, matters. Among the drives that show it, 300 will fail and 50 will not; our drive shows it, so it is one of the 350. The odds, failing divided by healthy, go from 500 / 500 = 1 to 300 / 50 = 6. The reading is a sieve that keeps a share of each group, 0.6 of the failing drives and 0.1 of the healthy ones, so their ratio is multiplied by 0.6 / 0.1 = 6 whatever it was before - start from 950 and 50 and you get 570 and 5, odds 19 to 114. That ratio, P(reading | fail) divided by P(reading | healthy), is called the likelihood ratio, and it belongs to the reading, not to the drive: that is Bayes’ rule written with odds. The probability cannot be multiplied the same way: it is failing divided by failing plus healthy, both groups sit in its denominator, shrunk by different shares, so its change depends on where it started. The figure takes the multiplication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base rate: the fleet’s log-odds before any reading, log(306 / 7,694) = -3.22. Centre the features and the constant parts of those steps fold, with the base rate, into one number: the intercept b = -6.20, the log-odds of the average drive, not of a drive drawn at random.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a:p>
            <a:pPr lvl="0" indent="0" marL="0">
              <a:buNone/>
            </a:pPr>
          </a:p>
          <a:p>
            <a:pPr lvl="0" indent="0" marL="0">
              <a:buNone/>
            </a:pPr>
            <a:r>
              <a:rPr/>
              <a:t>Two predictable slips. “The intercept is the risk before looking at the counters”: that is the base rate, 3.8%; the intercept is the average drive’s log-odds, 0.2% (slide 16). The difference comes from the tail: the failures are the drives with bad telemetry, not the average one. And “logistic regression assumes the counters are independent”: independence given the class only motivates why evidence adds on the log-odds scale. Fitting the model does not need it; correlated counters share the weight through their coefficients.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The second line carries the three properties we will use, each needed later; name them without deriving them here - the handout section 2.2 does that. Sigma of 0 is a half: that is why a probability of 0.5 is z = 0, the decision boundary of slide 28. Sigma of minus z is 1 minus sigma of z: the probability of staying healthy is the same curve read from the other side, which gives the y = 0 term of the log loss (slide 24).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The vocabulary first, then two bullets, each in two halves.</a:t>
            </a:r>
          </a:p>
          <a:p>
            <a:pPr lvl="0" indent="0" marL="0">
              <a:buNone/>
            </a:pPr>
          </a:p>
          <a:p>
            <a:pPr lvl="0" indent="0" marL="0">
              <a:buNone/>
            </a:pPr>
            <a:r>
              <a:rPr/>
              <a:t>First bullet: the vocabulary. The coefficients are the numbers w1 to w6 of slide 12’s equation, one per feature; machine learning calls them weights, and scikit-learn stores them in coef_. The constant b is the intercept, in intercept_; neural networks call it the bias (lesson 9). Warn now about one collision: the “class weights” of slides 55 to 57 are something else - how much each training example counts in the cost - and not these w.</a:t>
            </a:r>
          </a:p>
          <a:p>
            <a:pPr lvl="0" indent="0" marL="0">
              <a:buNone/>
            </a:pPr>
          </a:p>
          <a:p>
            <a:pPr lvl="0" indent="0" marL="0">
              <a:buNone/>
            </a:pPr>
            <a:r>
              <a:rPr/>
              <a:t>Second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Go in four steps; handout section 2.4 has them with tables. One: the model does not see the count x but log(1 + x), standardised, so reallocated sectors contribute 1.80 times (log(1 + x) minus 0.96) divided by 0.62 to z, where 0.96 and 0.62 are the mean and the standard deviation of log(1 + x) over the fleet. Two: one standard deviation more is therefore 0.62 more on log(1 + x), not one sector more. Three: adding 0.62 to a logarithm multiplies what is inside it by e to the 0.62 = 1.86, so 1 + x goes from 2 to 3.7 (1 sector to 2.7), from 5 to 9.3 (4 to 8.3), from 11 to 20.5 (10 to 19.5): roughly, the count doubles, and each such step multiplies the odds by the same 6.05. Four, the consequence: one extra sector is worth a lot at the start and little later. From 0 to 1 sector the odds are multiplied by 7.5, from 1 to 2 by 3.2, from 4 to 5 by 1.7, from 10 to 11 by 1.3. Temperature and hours are standardised on their own values, so for them one standard deviation is an ordinary additive step.</a:t>
            </a:r>
          </a:p>
          <a:p>
            <a:pPr lvl="0" indent="0" marL="0">
              <a:buNone/>
            </a:pPr>
          </a:p>
          <a:p>
            <a:pPr lvl="0" indent="0" marL="0">
              <a:buNone/>
            </a:pPr>
            <a:r>
              <a:rPr/>
              <a:t>Second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Third bullet, its first half: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its second half: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 It is two moves, and each has its own reason - the line above the table says both.</a:t>
            </a:r>
          </a:p>
          <a:p>
            <a:pPr lvl="0" indent="0" marL="0">
              <a:buNone/>
            </a:pPr>
          </a:p>
          <a:p>
            <a:pPr lvl="0" indent="0" marL="0">
              <a:buNone/>
            </a:pPr>
            <a:r>
              <a:rPr/>
              <a:t>Why the logarithm. Three reasons, in this order. First, it does not change the winner: the log is increasing, so the setting with the larger likelihood also has the larger log-likelihood - 0.576 beats 0.060, and log 0.576 = -0.55 beats log 0.060 = -2.81. Any increasing function would keep the winner; the log is chosen because, second, it turns the product into a sum: log of a times b times c is log a plus log b plus log c, so each drive contributes its own term, and a sum differentiates one term at a time - that is where slide 25’s gradient comes from. Third, it makes the computation possible at all.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The point to stress: the logarithm is a convenience, not a new assumption. The best setting is the same with it or without it.</a:t>
            </a:r>
          </a:p>
          <a:p>
            <a:pPr lvl="0" indent="0" marL="0">
              <a:buNone/>
            </a:pPr>
          </a:p>
          <a:p>
            <a:pPr lvl="0" indent="0" marL="0">
              <a:buNone/>
            </a:pPr>
            <a:r>
              <a:rPr/>
              <a:t>Why the minus. A probability is at most 1, so its logarithm is at most 0. The minus makes every term 0 or more and reverses the order, so the better setting now has the SMALLER number - 0.55 against 2.81 - and we minimise, as gradient descent does. Read the sum: because the log of a product is the sum of the logs, 0.55 is minus the log of 0.576, and 2.81 is minus the log of 0.060.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with J, its average over the drives, under it.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lines, and the difference between them matters. The top line is the loss on ONE example, L; p is the predicted probability, the same number the next slide writes as y-hat. The bottom line is the cost J: the average of L over the m training examples, each with its own p, the model’s probability for drive i. J is what fitting minimises, and it is the J whose gradient slide 25 takes. Written in terms of L it fits; the handout, section 3, writes it out in full.</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a:p>
            <a:pPr lvl="0" indent="0" marL="0">
              <a:buNone/>
            </a:pPr>
          </a:p>
          <a:p>
            <a:pPr lvl="0" indent="0" marL="0">
              <a:buNone/>
            </a:pPr>
            <a:r>
              <a:rPr/>
              <a:t>Someone will ask which algorithm scikit-learn uses. Not our gradient descent: the default is solver=“lbfgs”, limited-memory BFGS, a quasi-Newton method. It estimates the curvature of the cost from the last few gradients and uses it to choose both the direction and the length of each step, so there is no learning rate to set; on notebook 1’s data it stops after 15 iterations. And it does not minimise the log loss alone: the default adds an L2 penalty, as in lesson 3’s ridge, with C = 1 (C is the inverse of the penalty strength: the smaller C, the stronger the penalty). That penalty is why notebook 1’s from-scratch coefficients and scikit-learn’s differ in the second decimal; notebook 1 refits with penalty=None and the two agree. The default is wanted, not a bug: with classes a line separates perfectly, the unpenalised weights grow without limit (handout section 4.3), and lesson 5 chooses C by cross-validation.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this plot cannot tell. It says nothing about whether the probabilities are calibrated; what it shows is that moving the threshold trades misses for false alarms without refitting anything.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suits this problem, where a miss costs about nineteen times a false alarm (2,600 divided by 140 = 18.6), and F2 is a common choice. A predictable slip: “a miss costs 19 times more, so pick a beta to match”. Beta is a preference, not the costs: nothing turns 18.6 into a beta. To act on the costs, derive the threshold from them, slide 53.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minority class directly, and the macro average when the classes should count equally.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A predictable slip: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unmoved by the class balance.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reads as it is computed: walk down the thresholds from the top; each time recall goes up by a step, take the precision at that point; add the precisions, each weighted by its recall step.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A predictable slip: “on imbalanced data the threshold belongs below 0.5”. Every threshold in this lesson moves down, so the pattern is easy to generalise. But the class balance is not in the formula: with calibrated probabilities and equal costs, t-star is 0.5 however rare the failures. It falls here because a miss costs 18.6 false alarms.</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in order.</a:t>
            </a:r>
          </a:p>
          <a:p>
            <a:pPr lvl="0" indent="0" marL="0">
              <a:buNone/>
            </a:pPr>
          </a:p>
          <a:p>
            <a:pPr lvl="0" indent="0" marL="0">
              <a:buNone/>
            </a:pPr>
            <a:r>
              <a:rPr/>
              <a:t>What the weights are - and first, what they are not: these class weights are not the weights w of slide 12, the coefficients. A class weight says how much each training example counts in the cost; w is what the fitting chooses.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Notebook 3 checks it: the plain model at 0.038 raises 208 false alarms and misses 8; the weighted model at 0.5 raises 205 and misses 8; the two agree on 1,987 of the 2,000 test drives. The general rule, approximately: weights with ratio k behave like a threshold of 1 ÷ (1 + k). It is close here because the labels came from a logistic model in these very features; with a misspecified model, few data or a strong penalty, weights also change the slopes and the ranking.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here it is almost exactly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any minimum gradient descent finds is the global one.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on this scale each feature will add a fixed amount, so it will multiply the odds by a fixed factor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reading, three different jumps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and three properties of the sigmoid</a:t>
            </a:r>
          </a:p>
        </p:txBody>
      </p:sp>
      <p:pic>
        <p:nvPicPr>
          <p:cNvPr descr="eq_6df234eb57.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Coefficients = weights w (</a:t>
            </a:r>
            <a:r>
              <a:rPr>
                <a:latin typeface="Courier"/>
              </a:rPr>
              <a:t>coef_</a:t>
            </a:r>
            <a:r>
              <a:rPr/>
              <a:t>); intercept b (</a:t>
            </a:r>
            <a:r>
              <a:rPr>
                <a:latin typeface="Courier"/>
              </a:rPr>
              <a:t>intercept_</a:t>
            </a:r>
            <a:r>
              <a:rPr/>
              <a:t>)</a:t>
            </a:r>
          </a:p>
          <a:p>
            <a:pPr lvl="0"/>
            <a:r>
              <a:rPr/>
              <a:t>Standardised (mean 0, SD 1): one SD more of reallocated sectors adds its true coefficient, 1.80, to the log-odds</a:t>
            </a:r>
          </a:p>
          <a:p>
            <a:pPr lvl="0"/>
            <a:r>
              <a:rPr/>
              <a:t>log(odds) + 1.80 = log(odds × 6.05): </a:t>
            </a:r>
            <a:r>
              <a:rPr b="1"/>
              <a:t>six times the odds</a:t>
            </a:r>
            <a:r>
              <a:rPr/>
              <a:t>,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 </a:t>
                      </a:r>
                      <a:r>
                        <a:rPr>
                          <a:latin typeface="Courier"/>
                        </a:rPr>
                        <a:t>disk_data.py</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4: minus the log, a cost</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The log turns the product into a sum, one term per drive, and keeps the winner; the minus turns largest into smallest: a cost to minimise, as in lesson 3.</a:t>
            </a:r>
          </a:p>
        </p:txBody>
      </p:sp>
      <p:graphicFrame>
        <p:nvGraphicFramePr>
          <p:cNvPr id="6" name="Content Placeholder 5"/>
          <p:cNvGraphicFramePr>
            <a:graphicFrameLocks noGrp="1"/>
          </p:cNvGraphicFramePr>
          <p:nvPr>
            <p:ph idx="1"/>
          </p:nvPr>
        </p:nvGraphicFramePr>
        <p:xfrm>
          <a:off x="457200" y="2597467"/>
          <a:ext cx="8229600" cy="43815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c25cdd8644.png" id="0" name="Picture 1"/>
          <p:cNvPicPr>
            <a:picLocks noGrp="1" noChangeAspect="1"/>
          </p:cNvPicPr>
          <p:nvPr/>
        </p:nvPicPr>
        <p:blipFill>
          <a:blip r:embed="rId3"/>
          <a:stretch>
            <a:fillRect/>
          </a:stretch>
        </p:blipFill>
        <p:spPr bwMode="auto">
          <a:xfrm>
            <a:off x="457200" y="1798439"/>
            <a:ext cx="8229600" cy="2095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 (FP)</a:t>
            </a:r>
            <a:r>
              <a:rPr/>
              <a:t>: we replace a healthy drive. A technician’s hour, €140</a:t>
            </a:r>
          </a:p>
          <a:p>
            <a:pPr lvl="0"/>
            <a:r>
              <a:rPr b="1"/>
              <a:t>False negative (FN)</a:t>
            </a:r>
            <a:r>
              <a:rPr/>
              <a:t>: a drive dies in service. Callout, rebuild, risk, €2,600</a:t>
            </a:r>
          </a:p>
          <a:p>
            <a:pPr lvl="0"/>
            <a:r>
              <a:rPr/>
              <a:t>Both costs are assumptions supplied from outside the data, not measured</a:t>
            </a:r>
          </a:p>
          <a:p>
            <a:pPr lvl="0"/>
            <a:r>
              <a:rPr b="1"/>
              <a:t>True positive (TP)</a:t>
            </a:r>
            <a:r>
              <a:rPr/>
              <a:t> and </a:t>
            </a:r>
            <a:r>
              <a:rPr b="1"/>
              <a:t>true negative (TN)</a:t>
            </a:r>
            <a:r>
              <a:rPr/>
              <a:t>, the right calls, count as €0: each cost is what the error adds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 FP ÷ (FP + TN) divides by </a:t>
            </a:r>
            <a:r>
              <a:rPr b="1"/>
              <a:t>all 57,575 healthy drives</a:t>
            </a:r>
            <a:r>
              <a:rPr/>
              <a:t>, untouched by the thinning: 304 ÷ 57,575 = 0.0053 in all three fleets</a:t>
            </a:r>
          </a:p>
          <a:p>
            <a:pPr lvl="0"/>
            <a:r>
              <a:rPr/>
              <a:t>Precision = TP ÷ (TP + FP): FP </a:t>
            </a:r>
            <a:r>
              <a:rPr b="1"/>
              <a:t>stays 304</a:t>
            </a:r>
            <a:r>
              <a:rPr/>
              <a:t> while TP falls from 1,127 to 106, so the false alarms’ share of the alarms grows from 0.21 to 0.74</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above healthy drives? Precision-recall: how many alarms are real?</a:t>
            </a:r>
          </a:p>
          <a:p>
            <a:pPr lvl="0"/>
            <a:r>
              <a:rPr/>
              <a:t>On imbalanced data report the </a:t>
            </a:r>
            <a:r>
              <a:rPr b="1"/>
              <a:t>precision-recall curve beside the AUC</a:t>
            </a:r>
            <a:r>
              <a:rPr/>
              <a:t>, not instead</a:t>
            </a:r>
          </a:p>
          <a:p>
            <a:pPr lvl="0"/>
            <a:r>
              <a:rPr b="1"/>
              <a:t>Average precision (AP)</a:t>
            </a:r>
            <a:r>
              <a:rPr/>
              <a:t>: Σₖ (Rₖ − Rₖ₋₁) × Pₖ, a step-sum area: each threshold’s precision weighted by the recall it adds</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a:p>
            <a:pPr lvl="0"/>
            <a:r>
              <a:rPr/>
              <a:t>Done properly: choose it on a </a:t>
            </a:r>
            <a:r>
              <a:rPr b="1"/>
              <a:t>validation set</a:t>
            </a:r>
            <a:r>
              <a:rPr/>
              <a:t>, then measure once on the test set (lesson 5)</a:t>
            </a:r>
          </a:p>
          <a:p>
            <a:pPr lvl="0"/>
            <a:r>
              <a:rPr/>
              <a:t>The price of looking, here: t* = 0.051, fixed before looking, costs €49,100 on the test set; 0.078, picked by looking, €45,540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a:t>Same decisions as the plain model at 1 ÷ 26 = 0.038, on 1,987 of 2,000 drives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