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and be precise about what is diminishing. It is the total evidence z, not any one counter. Two units of log-odds from z = 0 take the probability from 0.50 to 0.88; the same two from z = 6 take it from 0.9975 to 0.9997, 178 times less.</a:t>
            </a:r>
          </a:p>
          <a:p>
            <a:pPr lvl="0" indent="0" marL="0">
              <a:buNone/>
            </a:pPr>
          </a:p>
          <a:p>
            <a:pPr lvl="0" indent="0" marL="0">
              <a:buNone/>
            </a:pPr>
            <a:r>
              <a:rPr/>
              <a:t>Expect someone to object that the previous figure says otherwise. That curve is drawn against raw reallocated sectors, not against z, so it is steepest at 13.2 and the first four sectors move it by only 0.03. Both pictures are right: the counters act on a log scale, and on that scale four sectors are worth +4.7 in log-odds, taking a drive from a 0.01% chance of failing to 1.3%. Handout section 1.1.</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Say the missing half rather than showing it: the cost J is the average of this over the m examples, one over m times the sum. Written out in full the formula reached the slide edge and came out at 26pt, smaller than the bullets on the slide before it.</a:t>
            </a:r>
          </a:p>
          <a:p>
            <a:pPr lvl="0" indent="0" marL="0">
              <a:buNone/>
            </a:pPr>
          </a:p>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named to them, this morning,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of 56 drives flagged, 43 really failed</a:t>
            </a:r>
          </a:p>
          <a:p>
            <a:pPr lvl="0"/>
            <a:r>
              <a:rPr/>
              <a:t>Recall </a:t>
            </a:r>
            <a:r>
              <a:rPr b="1"/>
              <a:t>0.566</a:t>
            </a:r>
            <a:r>
              <a:rPr/>
              <a:t>: of 76 drives that failed, we found 43</a:t>
            </a:r>
          </a:p>
          <a:p>
            <a:pPr lvl="0"/>
            <a:r>
              <a:rPr/>
              <a:t>Specificity 0.993: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30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