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3. If you have looked at any of it,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sin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the proportion out loud,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going from 0 to 4 reallocated sectors should change your mind a lot; going from 40 to 44 should barely register, because you had already concluded the drive was finished. Evidence has diminishing returns.</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are not admiring the estimates, we are marking them.</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is the antidote to the most reliable confusion in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0.52.</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prints three summary rows and students quote whichever is biggest. Give them the rule.</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The cell to linger on is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percentage points while recall falls from 0.80 to 0.18.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returned to them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 reparameterisation of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SMOTE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 otherwise show the pairs experiment and the imbalance comparison and leave the rest for them.</a:t>
            </a:r>
          </a:p>
          <a:p>
            <a:pPr lvl="0" indent="0" marL="0">
              <a:buNone/>
            </a:pPr>
          </a:p>
          <a:p>
            <a:pPr lvl="0" indent="0" marL="0">
              <a:buNone/>
            </a:pPr>
            <a:r>
              <a:rPr/>
              <a:t>The pairs experiment is the cell worth protecting if time is short: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23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was due today</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 Self-Monitoring, Analysis and Reporting Technology</a:t>
            </a:r>
          </a:p>
          <a:p>
            <a:pPr lvl="0"/>
            <a:r>
              <a:rPr/>
              <a:t>Label: did it fail within thirty days?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15989"/>
            <a:ext cx="8229600" cy="660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so </a:t>
            </a:r>
            <a:r>
              <a:rPr>
                <a:latin typeface="Courier"/>
              </a:rPr>
              <a:t>exp(coefficient)</a:t>
            </a:r>
            <a:r>
              <a:rPr/>
              <a:t> multiplies the </a:t>
            </a:r>
            <a:r>
              <a:rPr b="1"/>
              <a:t>odds</a:t>
            </a:r>
          </a:p>
          <a:p>
            <a:pPr lvl="0"/>
            <a:r>
              <a:rPr/>
              <a:t>Features standardised, so one unit = one standard deviation</a:t>
            </a:r>
          </a:p>
          <a:p>
            <a:pPr lvl="0"/>
            <a:r>
              <a:rPr/>
              <a:t>A coefficient of 1.80 means </a:t>
            </a:r>
            <a:r>
              <a:rPr b="1"/>
              <a:t>six times the odds</a:t>
            </a:r>
            <a:r>
              <a:rPr/>
              <a:t> of failing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base rate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 a 0.2% chance for an average drive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model has a knob; each setting assigns a probability to what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6491a8901.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457200" y="1792089"/>
            <a:ext cx="8229600" cy="2108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Fifteen lines of NumPy, then one line of scikit-learn</a:t>
            </a:r>
          </a:p>
          <a:p>
            <a:pPr lvl="0"/>
            <a:r>
              <a:rPr/>
              <a:t>Same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 we replace a healthy drive. A technician’s hour, €140</a:t>
            </a:r>
          </a:p>
          <a:p>
            <a:pPr lvl="0"/>
            <a:r>
              <a:rPr b="1"/>
              <a:t>False negative</a:t>
            </a:r>
            <a:r>
              <a:rPr/>
              <a:t> —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Precision </a:t>
            </a:r>
            <a:r>
              <a:rPr b="1"/>
              <a:t>0.768</a:t>
            </a:r>
            <a:r>
              <a:rPr/>
              <a:t> — of 56 drives flagged, 43 really failed</a:t>
            </a:r>
          </a:p>
          <a:p>
            <a:pPr lvl="0"/>
            <a:r>
              <a:rPr/>
              <a:t>Recall </a:t>
            </a:r>
            <a:r>
              <a:rPr b="1"/>
              <a:t>0.566</a:t>
            </a:r>
            <a:r>
              <a:rPr/>
              <a:t> — of 76 drives that failed, we found 43</a:t>
            </a:r>
          </a:p>
          <a:p>
            <a:pPr lvl="0"/>
            <a:r>
              <a:rPr/>
              <a:t>Specificity 0.993 — of 1,924 healthy drives, we left 1,911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a:t>
                      </a:r>
                    </a:p>
                  </a:txBody>
                  <a:tcPr/>
                </a:tc>
                <a:tc>
                  <a:txBody>
                    <a:bodyPr/>
                    <a:lstStyle/>
                    <a:p>
                      <a:pPr lvl="0" indent="0" marL="0">
                        <a:buNone/>
                      </a:pPr>
                      <a:r>
                        <a:rPr/>
                        <a:t>Harmonic</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 dominated by the healthy class</a:t>
            </a:r>
          </a:p>
          <a:p>
            <a:pPr lvl="0"/>
            <a:r>
              <a:rPr>
                <a:latin typeface="Courier"/>
              </a:rPr>
              <a:t>macro avg</a:t>
            </a:r>
            <a:r>
              <a:rPr/>
              <a:t> F1: </a:t>
            </a:r>
            <a:r>
              <a:rPr b="1"/>
              <a:t>0.820</a:t>
            </a:r>
            <a:r>
              <a:rPr/>
              <a:t> — both classes get an equal say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confusion matrix by hand, then from scikit-learn</a:t>
            </a:r>
          </a:p>
          <a:p>
            <a:pPr lvl="0"/>
            <a:r>
              <a:rPr/>
              <a:t>Then the threshold sweep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68400"/>
                <a:gridCol w="1168400"/>
                <a:gridCol w="1168400"/>
                <a:gridCol w="1168400"/>
                <a:gridCol w="1168400"/>
                <a:gridCol w="1168400"/>
                <a:gridCol w="1168400"/>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AUC = the probability that a random failing drive scores above a random healthy one</a:t>
            </a:r>
          </a:p>
          <a:p>
            <a:pPr lvl="0"/>
            <a:r>
              <a:rPr/>
              <a:t>Ours: 0.949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FPR divides by </a:t>
            </a:r>
            <a:r>
              <a:rPr b="1"/>
              <a:t>all healthy drives</a:t>
            </a:r>
            <a:r>
              <a:rPr/>
              <a:t> — an enormous, growing denominator</a:t>
            </a:r>
          </a:p>
          <a:p>
            <a:pPr lvl="0"/>
            <a:r>
              <a:rPr/>
              <a:t>Precision divides by </a:t>
            </a:r>
            <a:r>
              <a:rPr b="1"/>
              <a:t>the alarms raised</a:t>
            </a:r>
            <a:r>
              <a:rPr/>
              <a:t> —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 and never AUC alone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9940"/>
            <a:ext cx="8229591" cy="9524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ROC by hand, the 200,000-pair experiment, the cost curve</a:t>
            </a:r>
          </a:p>
          <a:p>
            <a:pPr lvl="0"/>
            <a:r>
              <a:rPr/>
              <a:t>Then the multiclass matrix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due Friday 23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 Classification and Evaluation Metrics</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