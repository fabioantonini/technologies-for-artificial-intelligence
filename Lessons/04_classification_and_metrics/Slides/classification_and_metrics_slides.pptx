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49,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28,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10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model does not use the raw count: section 1.1 of the handout explains that four of the counters enter it as log(1 + count), so the first few sectors are a big step on the model’s own scale. On that scale four sectors add +4.7 to z: a drive with average telemetry and no reallocated sectors has a 0.012% chance of failing, and four sectors take it to 1.3%, about a hundred times more.</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12;</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21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23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12.</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16 to 20 first build, on three drives, the cost that logistic regression does minimise; slide 23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15 -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11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Left: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Right: the likelihood, script L, of a setting (w, b). The capital pi means “multiply over all the drives”, i from 1 to m, the way a capital sigma means “add”. Each drive contributes its factor from the left formula;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about 10 to the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16 to 20 written for one drive in symbols. Check it on drive B of slide 16: y = 0 and p = 0.1, so the first term vanishes and L = -log(1 - 0.1) = -log 0.9 = 0.11, the number slide 20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11 - which is why the title says so. The cost is different too: squared error there, log loss (slide 21)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11;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23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22). Squared error’s is 2(p - 1) times p times (1 - p): the chain rule through the sigmoid brings in its derivative, p times one-minus-p, from slide 11,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34,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28 to 31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trustworthy - slide 48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48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42. Different drives: 0.949 rests on the 76 failures of our 2,000-drive test set, 0.968 on a fleet thirty times larger. Both are estimates of the same ranking ability.</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same threshold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31 -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43). Divide every probability by ten, as slide 43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f8ebc3d590.png" id="0" name="Picture 1"/>
          <p:cNvPicPr>
            <a:picLocks noGrp="1" noChangeAspect="1"/>
          </p:cNvPicPr>
          <p:nvPr/>
        </p:nvPicPr>
        <p:blipFill>
          <a:blip r:embed="rId3"/>
          <a:stretch>
            <a:fillRect/>
          </a:stretch>
        </p:blipFill>
        <p:spPr bwMode="auto">
          <a:xfrm>
            <a:off x="457200" y="2484239"/>
            <a:ext cx="8229600" cy="723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8-24</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22</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26</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13-14</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28</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30</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32-35</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37-38</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39</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41</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42</a:t>
                      </a:r>
                    </a:p>
                  </a:txBody>
                </a:tc>
                <a:tc>
                  <a:txBody>
                    <a:bodyPr/>
                    <a:lstStyle/>
                    <a:p>
                      <a:pPr lvl="0" indent="0" marL="0">
                        <a:buNone/>
                      </a:pPr>
                      <a:r>
                        <a:rPr/>
                        <a:t>200,000 random (failing, healthy) pairs → 0.9488</a:t>
                      </a:r>
                    </a:p>
                  </a:txBody>
                </a:tc>
              </a:tr>
              <a:tr h="0">
                <a:tc>
                  <a:txBody>
                    <a:bodyPr/>
                    <a:lstStyle/>
                    <a:p>
                      <a:pPr lvl="0" indent="0" marL="0">
                        <a:buNone/>
                      </a:pPr>
                      <a:r>
                        <a:rPr/>
                        <a:t>the rare-positive trap, 44-45</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47-49</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50</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52-53</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