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sin lesson 1 named. Today’s lesson ends up in the same place from a different direction, when we choose a decision threshold.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the proportion out loud,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spin retries, read error rate, temperature, hours in service.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in section 5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going from 0 to 4 reallocated sectors should change your mind a lot; going from 40 to 44 should barely register, because you had already concluded the drive was finished. Evidence has diminishing returns.</a:t>
            </a:r>
          </a:p>
          <a:p>
            <a:pPr lvl="0" indent="0" marL="0">
              <a:buNone/>
            </a:pPr>
          </a:p>
          <a:p>
            <a:pPr lvl="0" indent="0" marL="0">
              <a:buNone/>
            </a:pPr>
            <a:r>
              <a:rPr/>
              <a:t>Right: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In fifteen minutes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are not admiring the estimates, we are marking them.</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with 8,000 factors below 1 the product is about 10 to the minus 1000, which a 64-bit float stores as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Say the missing half rather than showing it: the cost J is the average of this over the m examples, one over m times the sum. Written out in full the formula reached the slide edge and came out at 26pt, smaller than the bullets on the slide before it.</a:t>
            </a:r>
          </a:p>
          <a:p>
            <a:pPr lvl="0" indent="0" marL="0">
              <a:buNone/>
            </a:pPr>
          </a:p>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ten minutes ago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is a habit. Telling those two apart is the next two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with a positive rate pi,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is the antidote to the most reliable confusion in the lesson. Both metrics divide the true positives.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and one minus it is the false positive rate, which comes back in the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0.52.</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beta above 1 weights recall more, which is what you want here where misses cost nineteen times more.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prints three summary rows and students quote whichever is biggest. Give them the rule.</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The cell to linger on is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percentage points while recall falls from 0.80 to 0.18.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red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the same three thresholds from the last two slides, so they can see the correspondence.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true positive rate, which is recall under another name - the failures we catch. False positive rate - the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we will in ten minutes - AUC is not the check you want.</a:t>
            </a:r>
          </a:p>
          <a:p>
            <a:pPr lvl="0" indent="0" marL="0">
              <a:buNone/>
            </a:pPr>
          </a:p>
          <a:p>
            <a:pPr lvl="0" indent="0" marL="0">
              <a:buNone/>
            </a:pPr>
            <a:r>
              <a:rPr/>
              <a:t>Good place to mention calibration exists as a topic,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an hour ago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just named to them, this morning, on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rare example count as many, here about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 reparameterisation of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Same caution for resampling and SMOTE - and it must happen inside the cross-validation fold,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 otherwise show the pairs experiment and the imbalance comparison and leave the rest for them.</a:t>
            </a:r>
          </a:p>
          <a:p>
            <a:pPr lvl="0" indent="0" marL="0">
              <a:buNone/>
            </a:pPr>
          </a:p>
          <a:p>
            <a:pPr lvl="0" indent="0" marL="0">
              <a:buNone/>
            </a:pPr>
            <a:r>
              <a:rPr/>
              <a:t>The pairs experiment is the cell worth protecting if time is short: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normalises them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23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so </a:t>
            </a:r>
            <a:r>
              <a:rPr>
                <a:latin typeface="Courier"/>
              </a:rPr>
              <a:t>exp(coefficient)</a:t>
            </a:r>
            <a:r>
              <a:rPr/>
              <a:t> multiplies the </a:t>
            </a:r>
            <a:r>
              <a:rPr b="1"/>
              <a:t>odds</a:t>
            </a:r>
          </a:p>
          <a:p>
            <a:pPr lvl="0"/>
            <a:r>
              <a:rPr/>
              <a:t>Features standardised, so one unit = one standard deviation</a:t>
            </a:r>
          </a:p>
          <a:p>
            <a:pPr lvl="0"/>
            <a:r>
              <a:rPr/>
              <a:t>A coefficient of 1.80 means </a:t>
            </a:r>
            <a:r>
              <a:rPr b="1"/>
              <a:t>six times the odds</a:t>
            </a:r>
            <a:r>
              <a:rPr/>
              <a:t> of failing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base rate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an average drive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model has a knob; each setting assigns a probability to what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Fifteen lines of NumPy, then one line of scikit-learn</a:t>
            </a:r>
          </a:p>
          <a:p>
            <a:pPr lvl="0"/>
            <a:r>
              <a:rPr/>
              <a:t>Same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Precision </a:t>
            </a:r>
            <a:r>
              <a:rPr b="1"/>
              <a:t>0.768</a:t>
            </a:r>
            <a:r>
              <a:rPr/>
              <a:t>: of 56 drives flagged, 43 really failed</a:t>
            </a:r>
          </a:p>
          <a:p>
            <a:pPr lvl="0"/>
            <a:r>
              <a:rPr/>
              <a:t>Recall </a:t>
            </a:r>
            <a:r>
              <a:rPr b="1"/>
              <a:t>0.566</a:t>
            </a:r>
            <a:r>
              <a:rPr/>
              <a:t>: of 76 drives that failed, we found 43</a:t>
            </a:r>
          </a:p>
          <a:p>
            <a:pPr lvl="0"/>
            <a:r>
              <a:rPr/>
              <a:t>Specificity 0.993: of 1,924 healthy drives, we left 1,911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a:t>
                      </a:r>
                    </a:p>
                  </a:txBody>
                  <a:tcPr/>
                </a:tc>
                <a:tc>
                  <a:txBody>
                    <a:bodyPr/>
                    <a:lstStyle/>
                    <a:p>
                      <a:pPr lvl="0" indent="0" marL="0">
                        <a:buNone/>
                      </a:pPr>
                      <a:r>
                        <a:rPr/>
                        <a:t>Harmonic</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confusion matrix by hand, then from scikit-learn</a:t>
            </a:r>
          </a:p>
          <a:p>
            <a:pPr lvl="0"/>
            <a:r>
              <a:rPr/>
              <a:t>Then the threshold sweep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AUC = the probability that a random failing drive scores above a random healthy one</a:t>
            </a:r>
          </a:p>
          <a:p>
            <a:pPr lvl="0"/>
            <a:r>
              <a:rPr/>
              <a:t>Ours: 0.949</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ROC by hand, the 200,000-pair experiment, the cost curve</a:t>
            </a:r>
          </a:p>
          <a:p>
            <a:pPr lvl="0"/>
            <a:r>
              <a:rPr/>
              <a:t>Then the multiclass matrix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23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