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3. If you have looked at any of it,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returned to them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23 October, 09:00, before lesson 5 starts.</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was due today</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15989"/>
            <a:ext cx="8229600" cy="660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457200" y="1792089"/>
            <a:ext cx="8229600" cy="210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9940"/>
            <a:ext cx="8229591" cy="9524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due </a:t>
            </a:r>
            <a:r>
              <a:rPr b="1"/>
              <a:t>Friday 23 October 2026, 09:00</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