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50,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29,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 the first four move it by 0.03 -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at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gives every sector the same 0.336 of z, so for that model the first four sectors add 1.34 to z and take a drive from 1.2% to 4.4%. But the labels were generated from log(1 + count), on which the first sectors weigh the most (handout section 1.1): for a drive whose other counters are average, the first four sectors add 4.7 to z and take it from 0.012% to 1.3%, about a hundred times more. That is why the six-counter model of slide 12 onwards takes log(1 + count) as its input.</a:t>
            </a:r>
          </a:p>
          <a:p>
            <a:pPr lvl="0" indent="0" marL="0">
              <a:buNone/>
            </a:pPr>
          </a:p>
          <a:p>
            <a:pPr lvl="0" indent="0" marL="0">
              <a:buNone/>
            </a:pPr>
            <a:r>
              <a:rPr/>
              <a:t>If a sharp student notices that 0.012% to 1.3% is a smaller move in probability than slide 7’s 0.03: compare effects in z, not in probability. That drive starts so deep in the flat tail that even a hundredfold rise moves its probability by only 0.013. Handout section 2.2.</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22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one that is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24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24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22)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24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23).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29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35,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29 to 32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44 names the property). Slide 49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49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43. Different drives: 0.949 rests on the 76 failures of our 2,000-drive test set, 0.968 on a fleet thirty times larger. Both are estimates of the same ranking ability. The same goes for average precision: 0.706 on the large fleet, against slide 40’s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29,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32 -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44). Divide every probability by ten, as slide 44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8-25</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23</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27</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29</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31</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33-36</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38-39</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40</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42</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43</a:t>
                      </a:r>
                    </a:p>
                  </a:txBody>
                </a:tc>
                <a:tc>
                  <a:txBody>
                    <a:bodyPr/>
                    <a:lstStyle/>
                    <a:p>
                      <a:pPr lvl="0" indent="0" marL="0">
                        <a:buNone/>
                      </a:pPr>
                      <a:r>
                        <a:rPr/>
                        <a:t>200,000 random (failing, healthy) pairs → 0.9488</a:t>
                      </a:r>
                    </a:p>
                  </a:txBody>
                </a:tc>
              </a:tr>
              <a:tr h="0">
                <a:tc>
                  <a:txBody>
                    <a:bodyPr/>
                    <a:lstStyle/>
                    <a:p>
                      <a:pPr lvl="0" indent="0" marL="0">
                        <a:buNone/>
                      </a:pPr>
                      <a:r>
                        <a:rPr/>
                        <a:t>the rare-positive trap, 45-46</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48-50</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51</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53-54</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