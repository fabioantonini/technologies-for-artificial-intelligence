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53,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30,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12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23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Why it multiplies, by counting, before pointing at the figure. Take 1,000 drives at 50% risk: 500 will fail, 500 will not. A reading shows up on 60% of the failing drives and on 10% of the healthy ones. Among the drives that show it, 300 will fail and 50 will not: the odds, failing divided by healthy, go from 500 / 500 = 1 to 300 / 50 = 6. The reading scales the failing drives by 0.6 and the healthy ones by 0.1, so their ratio is multiplied by 0.6 / 0.1 = 6 whatever it was before - start from 950 and 50 and you get 570 and 5, odds 19 to 114. That is Bayes’ rule written with odds. The figure takes it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average drive at minus 6.20. A starting value plus one step per feature is exactly w-transpose-x plus b, which is why slide 11 puts the line on the log-odds. Six is a realistic factor: the coefficient of reallocated sectors used to generate the labels is 1.80 per standard deviation, and e to the 1.80 is 6.05 (slide 13 reads coefficients this way; slide 14 shows the true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16 to 21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25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13),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25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23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21’s numbers, drawn. The horizontal axis is the probability the model gave to what actually happened - the factors of slides 18 and 20.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Why it is called surprise: minus log p behaves the way surprise does. Zero when the model was certain and was right (minus log 1 = 0); large when it had called the outcome unlikely (minus log 0.001 = 6.9); infinite when it had called it impossible. And for independent outcomes the surprises add up, because the log of a product is the sum of the logs - which is why three drives cost the sum of their three surprises. The name comes from information theory, Shannon’s work, and is not examinable. The useful reading: the cost is the model’s average surprise at what really happened, and fitting makes the data as unsurprising as possible - the same thing as making it as likely as possible.</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 predictable slip: “with y = 1 the second term is 0 times log 0, which is 0 times minus infinity”. The coefficient is 1 - y, but the logarithm’s argument is 1 - p, the model’s probability - and p = sigma(z) lies strictly between 0 and 1, so log(1 - p) is finite and 0 times it is 0. Only p exactly 1 would give log 0, and the sigmoid never reaches it. In a computer p can round to 1.0 when z is large, which is why code clips p into [epsilon, 1 - epsilon]: notebook 1 adds 1e-12 inside the log, and scikit-learn’s log_loss clips too.</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23)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25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24).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a:p>
            <a:pPr lvl="0" indent="0" marL="0">
              <a:buNone/>
            </a:pPr>
          </a:p>
          <a:p>
            <a:pPr lvl="0" indent="0" marL="0">
              <a:buNone/>
            </a:pPr>
            <a:r>
              <a:rPr/>
              <a:t>A predictable slip, from the left panel alone: “log loss charges more, so gradient descent works better with it”. The size of a cost does not matter to gradient descent - multiply a cost by 100 and its minimum is in the same place. What matters is the gradient, the right panel: the push squared error gives dies away exactly when the model is confidently wrong, and log loss’s does not.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30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36,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grey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divided by 140 = 18.6). F2 is the usual choice.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30 to 33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46 names the property). Slide 51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51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44. Different drives: 0.949 rests on the 76 failures of our 2,000-drive test set, 0.968 on a fleet thirty times larger. Both are estimates of the same ranking ability. The same goes for average precision: 0.706 on the large fleet, against slide 41’s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30,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33 -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46). Divide every probability by ten, as slide 46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closed form of the previous slide, drawn.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Where the lines cross the two decisions cost the same: (1 - p) times 140 = p times 2,600, which gives p = 140 divided by (140 + 2,600) = 0.051, the t-star of slide 51. Left of the crossing, leaving the drive is cheaper; right of it, flagging is. So the rule is: flag every drive whose probability is above 0.051.</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(6,000 - 230) divided by 230 = 25. It changes the training rather than the decision.</a:t>
            </a:r>
          </a:p>
          <a:p>
            <a:pPr lvl="0" indent="0" marL="0">
              <a:buNone/>
            </a:pPr>
          </a:p>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(56 and 57)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evidence on three drives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14),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8-26</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24</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a:p>
            <a:pPr lvl="0"/>
            <a:r>
              <a:rPr/>
              <a:t>Both costs are assumptions supplied from outside the data, not measured</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(1,911 + 13) = 0.993</a:t>
            </a:r>
          </a:p>
          <a:p>
            <a:pPr lvl="0"/>
            <a:r>
              <a:rPr/>
              <a:t>In code: </a:t>
            </a:r>
            <a:r>
              <a:rPr>
                <a:latin typeface="Courier"/>
              </a:rPr>
              <a:t>precision_score</a:t>
            </a:r>
            <a:r>
              <a:rPr/>
              <a:t>, </a:t>
            </a:r>
            <a:r>
              <a:rPr>
                <a:latin typeface="Courier"/>
              </a:rPr>
              <a:t>recall_score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30</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32</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34-37</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39-40</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41</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0.038 = 76 ÷ 2,000 for a model that ranks at random</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43</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44-45</a:t>
                      </a:r>
                    </a:p>
                  </a:txBody>
                </a:tc>
                <a:tc>
                  <a:txBody>
                    <a:bodyPr/>
                    <a:lstStyle/>
                    <a:p>
                      <a:pPr lvl="0" indent="0" marL="0">
                        <a:buNone/>
                      </a:pPr>
                      <a:r>
                        <a:rPr/>
                        <a:t>200,000 random (failing, healthy) pairs → 0.9488</a:t>
                      </a:r>
                    </a:p>
                  </a:txBody>
                </a:tc>
              </a:tr>
              <a:tr h="0">
                <a:tc>
                  <a:txBody>
                    <a:bodyPr/>
                    <a:lstStyle/>
                    <a:p>
                      <a:pPr lvl="0" indent="0" marL="0">
                        <a:buNone/>
                      </a:pPr>
                      <a:r>
                        <a:rPr/>
                        <a:t>the rare-positive trap, 47-48</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50-53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56-57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