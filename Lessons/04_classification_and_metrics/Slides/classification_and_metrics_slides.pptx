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45,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24,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17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19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the product itself is too small to store. Gradient descent starts with all weights at zero, so z is 0 for every drive and every probability is 0.5; 0.5 multiplied by itself 6,000 times, once per training drive, is about 10 to the minus 1806. The smallest number a 64-bit float holds is about 10 to the minus 308, so the computer stores exactly zero. Every real implementation therefore adds up the logarithms of the probabilities instead of multiplying the probabilities,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17)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19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18).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30,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24 to 27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trustworthy - slide 44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44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38. Different drives: 0.949 rests on the 76 failures of our 2,000-drive test set, 0.968 on a fleet thirty times larger. Both are estimates of the same ranking ability.</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27 -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39). Divide every probability by ten, as slide 39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(48 and 49)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parameters w and b are a knob: each setting gives a probability to what actually happened</a:t>
            </a:r>
          </a:p>
          <a:p>
            <a:pPr lvl="0"/>
            <a:r>
              <a:rPr b="1"/>
              <a:t>Turn the knob so that what actually happened is least surprising</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8-20</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18</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22</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24</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26</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28-31</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33-34</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35</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37</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38</a:t>
                      </a:r>
                    </a:p>
                  </a:txBody>
                </a:tc>
                <a:tc>
                  <a:txBody>
                    <a:bodyPr/>
                    <a:lstStyle/>
                    <a:p>
                      <a:pPr lvl="0" indent="0" marL="0">
                        <a:buNone/>
                      </a:pPr>
                      <a:r>
                        <a:rPr/>
                        <a:t>200,000 random (failing, healthy) pairs → 0.9488</a:t>
                      </a:r>
                    </a:p>
                  </a:txBody>
                </a:tc>
              </a:tr>
              <a:tr h="0">
                <a:tc>
                  <a:txBody>
                    <a:bodyPr/>
                    <a:lstStyle/>
                    <a:p>
                      <a:pPr lvl="0" indent="0" marL="0">
                        <a:buNone/>
                      </a:pPr>
                      <a:r>
                        <a:rPr/>
                        <a:t>the rare-positive trap, 40-41</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43-45</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48-49</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