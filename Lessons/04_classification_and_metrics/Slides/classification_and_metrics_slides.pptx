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16 to 20 first build, on three drives, the cost that logistic regression does minimise; slide 23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Left: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Right: the likelihood, script L, of a setting (w, b). The capital pi means “multiply over all the drives”, i from 1 to m, the way a capital sigma means “add”. Each drive contributes its factor from the left formula;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16 to 20 written for one drive in symbols. Check it on drive B of slide 16: y = 0 and p = 0.1, so the first term vanishes and L = -log(1 - 0.1) = -log 0.9 = 0.11, the number slide 20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28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43 names the property).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 The same goes for average precision: 0.706 on the large fleet, against slide 39’s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28,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f8ebc3d590.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