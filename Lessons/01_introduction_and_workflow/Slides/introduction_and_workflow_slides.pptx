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Those are the closest thing to the exam there is: at the exam one of their own exercise notebooks is drawn and the questions are of exactly that kind, “why did you do this” rather than “state the definition”.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01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Expect this question, and it is the best one in the section: the supervised regression earlier in the notebook ALSO predicted one column of the table from the other twelve, and colour intensity is present for every wine just as flavanoids is - so what makes one supervised and the other not? The code cannot tell them apart. What does is WHY the column is hidden. Colour intensity is hidden to EVALUATE: it is wanted for itself, and the test rows simulate the wines that will arrive without it - every supervised evaluation hides a value it has, because you cannot score without the truth. Flavanoids is hidden to TRAIN: hiding is how the targets are made, on any table at all.</a:t>
            </a:r>
          </a:p>
          <a:p>
            <a:pPr lvl="0" indent="0" marL="0">
              <a:buNone/>
            </a:pPr>
          </a:p>
          <a:p>
            <a:pPr lvl="0" indent="0" marL="0">
              <a:buNone/>
            </a:pPr>
            <a:r>
              <a:rPr/>
              <a:t>Then say plainly what the notebook does not show: the transfer. It fits one predictor and stops. The reason anyone bothers - that what was learned carries to a task you care about - is measured in lesson 10, section 10.</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four results. Same 178 wines, same 13 chemical measurements. What changes is which column is treated as the answer, and in the unsupervised case whether there is an answer at all.</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is mechanically identical to the regression cell two sections earlier - same estimator, same call. Ask the room what actually changed. The answer is only where the target came from: a person recorded the cultivar, whereas nobody produced the flavanoid column as a label, it was already in the table. That is the entire distinction the segment has been building to.</a:t>
            </a:r>
          </a:p>
          <a:p>
            <a:pPr lvl="0" indent="0" marL="0">
              <a:buNone/>
            </a:pPr>
          </a:p>
          <a:p>
            <a:pPr lvl="0" indent="0" marL="0">
              <a:buNone/>
            </a:pPr>
            <a:r>
              <a:rPr/>
              <a:t>If time is short, drop the R² aside and the n_init experiment; keep all four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the next slide starts.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 minutes, and it runs alongside the next twelve slides rather than instead of them: each step of the workflow is a slide and then the cell that performs it.</a:t>
            </a:r>
          </a:p>
          <a:p>
            <a:pPr lvl="0" indent="0" marL="0">
              <a:buNone/>
            </a:pPr>
          </a:p>
          <a:p>
            <a:pPr lvl="0" indent="0" marL="0">
              <a:buNone/>
            </a:pPr>
            <a:r>
              <a:rPr/>
              <a:t>Three moments to stop on together. The split, because it happens before anything is learned and that is the whole rule of the day. The baseline at 0.629, because it is what makes 0.986 mean something. And the threshold sweep at the end, where the same model - unchanged, same weights - goes from missing no malignancy with eleven false alarms to missing seven with none.</a:t>
            </a:r>
          </a:p>
          <a:p>
            <a:pPr lvl="0" indent="0" marL="0">
              <a:buNone/>
            </a:pPr>
          </a:p>
          <a:p>
            <a:pPr lvl="0" indent="0" marL="0">
              <a:buNone/>
            </a:pPr>
            <a:r>
              <a:rPr/>
              <a:t>Tell them to run it themselves rather than watch: everything after this in the course assumes they have a working environment, and this is the session where a broken one shows up.</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frame, and the next slide opens the notebook: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again alongside the slides that follow rather than instead of them.</a:t>
            </a:r>
          </a:p>
          <a:p>
            <a:pPr lvl="0" indent="0" marL="0">
              <a:buNone/>
            </a:pPr>
          </a:p>
          <a:p>
            <a:pPr lvl="0" indent="0" marL="0">
              <a:buNone/>
            </a:pPr>
            <a:r>
              <a:rPr/>
              <a:t>Say what to watch for before they start, because the notebook is deliberately undramatic: every cell runs, nothing raises, and every number it prints would pass a review. The work is reading them.</a:t>
            </a:r>
          </a:p>
          <a:p>
            <a:pPr lvl="0" indent="0" marL="0">
              <a:buNone/>
            </a:pPr>
          </a:p>
          <a:p>
            <a:pPr lvl="0" indent="0" marL="0">
              <a:buNone/>
            </a:pPr>
            <a:r>
              <a:rPr/>
              <a:t>The two cells to make sure nobody skips: the leaked selection reaching 77% on labels generated by a coin flip, and the four deployment scenarios for the shortcut column, where the two that raise an exception turn out to be the lucky ones.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3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target is the quantity you want, recorded because somebody wanted it.</a:t>
            </a:r>
          </a:p>
          <a:p>
            <a:pPr lvl="0"/>
            <a:r>
              <a:rPr/>
              <a:t>Category → </a:t>
            </a:r>
            <a:r>
              <a:rPr b="1"/>
              <a:t>classification</a:t>
            </a:r>
          </a:p>
          <a:p>
            <a:pPr lvl="0"/>
            <a:r>
              <a:rPr/>
              <a:t>Continuous → </a:t>
            </a:r>
            <a:r>
              <a:rPr b="1"/>
              <a:t>regression</a:t>
            </a:r>
          </a:p>
          <a:p>
            <a:pPr lvl="0"/>
            <a:r>
              <a:rPr/>
              <a:t>Evaluated by </a:t>
            </a:r>
            <a:r>
              <a:rPr b="1"/>
              <a:t>hiding the answer</a:t>
            </a:r>
            <a:r>
              <a:rPr/>
              <a:t> on test rows it actually has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endParaRPr/>
                    </a:p>
                  </a:txBody>
                  <a:tcPr/>
                </a:tc>
                <a:tc>
                  <a:txBody>
                    <a:bodyPr/>
                    <a:lstStyle/>
                    <a:p>
                      <a:pPr lvl="0" indent="0" marL="0">
                        <a:buNone/>
                      </a:pPr>
                      <a:r>
                        <a:rPr/>
                        <a:t>Target</a:t>
                      </a:r>
                    </a:p>
                  </a:txBody>
                  <a:tcPr/>
                </a:tc>
                <a:tc>
                  <a:txBody>
                    <a:bodyPr/>
                    <a:lstStyle/>
                    <a:p>
                      <a:pPr lvl="0" indent="0" marL="0">
                        <a:buNone/>
                      </a:pPr>
                      <a:r>
                        <a:rPr/>
                        <a:t>Why data is hidden</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What you want</a:t>
                      </a:r>
                    </a:p>
                  </a:txBody>
                </a:tc>
                <a:tc>
                  <a:txBody>
                    <a:bodyPr/>
                    <a:lstStyle/>
                    <a:p>
                      <a:pPr lvl="0" indent="0" marL="0">
                        <a:buNone/>
                      </a:pPr>
                      <a:r>
                        <a:rPr b="1"/>
                        <a:t>To evaluate</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A pretext</a:t>
                      </a:r>
                    </a:p>
                  </a:txBody>
                </a:tc>
                <a:tc>
                  <a:txBody>
                    <a:bodyPr/>
                    <a:lstStyle/>
                    <a:p>
                      <a:pPr lvl="0" indent="0" marL="0">
                        <a:buNone/>
                      </a:pPr>
                      <a:r>
                        <a:rPr b="1"/>
                        <a:t>To train</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Supervised</a:t>
            </a:r>
            <a:r>
              <a:rPr/>
              <a:t>: predict colour intensity instead. R² </a:t>
            </a:r>
            <a:r>
              <a:rPr b="1"/>
              <a:t>0.622</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question, a dataset, a split, a baseline, a model, and a number you can defend.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failures, four plausible numbers, and not one bug among them.</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