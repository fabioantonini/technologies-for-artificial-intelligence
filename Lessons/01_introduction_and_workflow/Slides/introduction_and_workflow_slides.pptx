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about the exercises, because the arrangement is unusual and they will assume the ordinary one. Nothing is handed in and nothing comes back with a mark on it. Each lesson opens by discussing the exercise set the week before, and at the exam one of the ten is drawn and they talk through their own notebook for it - so all ten are worth keeping, and an exercise skipped is one they may have to sit in front of with nothing to say.</a:t>
            </a:r>
          </a:p>
          <a:p>
            <a:pPr lvl="0" indent="0" marL="0">
              <a:buNone/>
            </a:pPr>
          </a:p>
          <a:p>
            <a:pPr lvl="0" indent="0" marL="0">
              <a:buNone/>
            </a:pPr>
            <a:r>
              <a:rPr/>
              <a:t>They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written paper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repository URL on the board or paste it in the chat, and have them clone into a short folder - </a:t>
            </a:r>
            <a:r>
              <a:rPr>
                <a:latin typeface="Courier"/>
              </a:rPr>
              <a:t>git clone &lt;url&gt; tai</a:t>
            </a:r>
            <a:r>
              <a:rPr/>
              <a:t>. The full address is github.com/fabioantonini/technologies-for-artificial-intelligence and it does not fit on a slide in a form anyone can copy; Course/Setup/Docker_Quickstart.md has it written out, and that is what to point them at. The folder name is theirs to choose: Docker Compose does not care what it is called.</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Final project</a:t>
            </a:r>
            <a:r>
              <a:rPr/>
              <a:t>: an end-to-end study, with peer review</a:t>
            </a:r>
          </a:p>
          <a:p>
            <a:pPr lvl="0"/>
            <a:r>
              <a:rPr b="1"/>
              <a:t>Exam</a:t>
            </a:r>
            <a:r>
              <a:rPr/>
              <a:t>: a written paper, then </a:t>
            </a:r>
            <a:r>
              <a:rPr b="1"/>
              <a:t>one of the ten exercises drawn</a:t>
            </a:r>
            <a:r>
              <a:rPr/>
              <a:t> to discuss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a:t>
            </a:r>
            <a:r>
              <a:rPr>
                <a:solidFill>
                  <a:srgbClr val="19177C"/>
                </a:solidFill>
                <a:latin typeface="Courier"/>
              </a:rPr>
              <a:t>$URL</a:t>
            </a:r>
            <a:r>
              <a:rPr>
                <a:latin typeface="Courier"/>
              </a:rPr>
              <a: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latin typeface="Courier"/>
              </a:rPr>
              <a:t>$URL</a:t>
            </a:r>
            <a:r>
              <a:rPr/>
              <a:t> is in </a:t>
            </a:r>
            <a:r>
              <a:rPr>
                <a:latin typeface="Courier"/>
              </a:rPr>
              <a:t>Course/Setup/</a:t>
            </a:r>
            <a:r>
              <a:rPr/>
              <a:t>. 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