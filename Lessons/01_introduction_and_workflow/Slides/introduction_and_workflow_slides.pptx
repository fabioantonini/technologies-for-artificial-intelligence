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about the exercises, because the arrangement is unusual and they will assume the ordinary one. Nothing is handed in and nothing comes back with a mark on it. Each lesson opens by discussing the exercise set the week before, and at the exam one of the ten is drawn and they talk through their own notebook for it - so all ten are worth keeping, and an exercise skipped is one they may have to sit in front of with nothing to say.</a:t>
            </a:r>
          </a:p>
          <a:p>
            <a:pPr lvl="0" indent="0" marL="0">
              <a:buNone/>
            </a:pPr>
          </a:p>
          <a:p>
            <a:pPr lvl="0" indent="0" marL="0">
              <a:buNone/>
            </a:pPr>
            <a:r>
              <a:rPr/>
              <a:t>They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written paper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Final project</a:t>
            </a:r>
            <a:r>
              <a:rPr/>
              <a:t>: an end-to-end study, with peer review</a:t>
            </a:r>
          </a:p>
          <a:p>
            <a:pPr lvl="0"/>
            <a:r>
              <a:rPr b="1"/>
              <a:t>Exam</a:t>
            </a:r>
            <a:r>
              <a:rPr/>
              <a:t>: a written paper, then </a:t>
            </a:r>
            <a:r>
              <a:rPr b="1"/>
              <a:t>one of the ten exercises drawn</a:t>
            </a:r>
            <a:r>
              <a:rPr/>
              <a:t> to discuss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923606"/>
            <a:ext cx="8229596" cy="83933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796505" y="2366530"/>
            <a:ext cx="7550990" cy="195349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