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 Then say what is unknown - D is unknown, and it is the only thing we actually care about.</a:t>
            </a:r>
          </a:p>
          <a:p>
            <a:pPr lvl="0" indent="0" marL="0">
              <a:buNone/>
            </a:pPr>
          </a:p>
          <a:p>
            <a:pPr lvl="0" indent="0" marL="0">
              <a:buNone/>
            </a:pPr>
            <a:r>
              <a:rPr/>
              <a:t>Worth naming now, because it returns in lesson 5: we never see D. We see a sample from it,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problems, the same confusion matrix, and opposite answers about which cell hurts.</a:t>
            </a:r>
          </a:p>
          <a:p>
            <a:pPr lvl="0" indent="0" marL="0">
              <a:buNone/>
            </a:pPr>
          </a:p>
          <a:p>
            <a:pPr lvl="0" indent="0" marL="0">
              <a:buNone/>
            </a:pPr>
            <a:r>
              <a:rPr/>
              <a:t>Ask the room before reading either side. Missing a malignant tumour versus raising a false alarm; blocking a legitimate email versus letting spam through. Nobody needs statistics to rank these, and that is the point -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62838" y="1166099"/>
            <a:ext cx="641832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7432" y="1166099"/>
            <a:ext cx="690913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25389"/>
            <a:ext cx="8229600" cy="2641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