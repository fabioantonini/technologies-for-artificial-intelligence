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Ask them where the line SHOULD go, and let the picture answer. Almost every tumour sits at one end, which is why the model scores 0.986 - but look at the middle. One malignancy at 0.11, one benign at 0.62. Those two dots are the whole of the disagreement, and they are what the threshold is for.</a:t>
            </a:r>
          </a:p>
          <a:p>
            <a:pPr lvl="0" indent="0" marL="0">
              <a:buNone/>
            </a:pPr>
          </a:p>
          <a:p>
            <a:pPr lvl="0" indent="0" marL="0">
              <a:buNone/>
            </a:pPr>
            <a:r>
              <a:rPr/>
              <a:t>Then the numbers, which are in notebook 01 and worth quoting: drag the line down to 0.10 and every malignancy is caught, at the price of 11 false alarms. Drag it up to 0.90 and there are no false alarms at all,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