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646000" y="1166099"/>
            <a:ext cx="5852000"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r>
              <a:rPr/>
              <a:t> (1 = perfect, 0 = no better than always guessing the mean)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