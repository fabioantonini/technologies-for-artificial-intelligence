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It is the only thing standing between them and a meaningless number, and it is the operational consequence of the last two slides - since the expected risk cannot be computed, we estimate it on data the model has never seen.</a:t>
            </a:r>
          </a:p>
          <a:p>
            <a:pPr lvl="0" indent="0" marL="0">
              <a:buNone/>
            </a:pPr>
          </a:p>
          <a:p>
            <a:pPr lvl="0" indent="0" marL="0">
              <a:buNone/>
            </a:pPr>
            <a:r>
              <a:rPr/>
              <a:t>Warn them we will violate this deliberately later today and watch 77% accuracy appear out of pure random noise.</a:t>
            </a:r>
          </a:p>
          <a:p>
            <a:pPr lvl="0" indent="0" marL="0">
              <a:buNone/>
            </a:pPr>
          </a:p>
          <a:p>
            <a:pPr lvl="0" indent="0" marL="0">
              <a:buNone/>
            </a:pPr>
            <a:r>
              <a:rPr/>
              <a:t>If someone asks “how much do we hold out?” - typically 20-30%, and lesson 5 explains the trade-off: more test data gives a more reliable estimate, less training data gives a worse model.</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Self-supervised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Hide part of the input. Predict it from the rest.</a:t>
            </a:r>
          </a:p>
          <a:p>
            <a:pPr lvl="0" indent="0" marL="0">
              <a:buNone/>
            </a:pPr>
            <a:r>
              <a:rPr/>
              <a:t>Nobody annotates anything — and the supervision is real.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 split, before anything else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Before scaling. Before selecting features. Before looking at correlations with the target.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2026-08-16T17:31:28Z</dcterms:created>
  <dcterms:modified xsi:type="dcterms:W3CDTF">2026-08-16T17:31:28Z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