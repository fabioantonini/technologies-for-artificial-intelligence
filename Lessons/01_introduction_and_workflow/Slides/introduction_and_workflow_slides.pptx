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96158" y="1723072"/>
            <a:ext cx="6551683"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82572" y="1166099"/>
            <a:ext cx="797885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