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 Then say what is unknown - D is unknown, and it is the only thing we actually care about.</a:t>
            </a:r>
          </a:p>
          <a:p>
            <a:pPr lvl="0" indent="0" marL="0">
              <a:buNone/>
            </a:pPr>
          </a:p>
          <a:p>
            <a:pPr lvl="0" indent="0" marL="0">
              <a:buNone/>
            </a:pPr>
            <a:r>
              <a:rPr/>
              <a:t>Worth naming now, because it returns in lesson 5: we never see D. We see a sample from it,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problems, the same confusion matrix, and opposite answers about which cell hurts.</a:t>
            </a:r>
          </a:p>
          <a:p>
            <a:pPr lvl="0" indent="0" marL="0">
              <a:buNone/>
            </a:pPr>
          </a:p>
          <a:p>
            <a:pPr lvl="0" indent="0" marL="0">
              <a:buNone/>
            </a:pPr>
            <a:r>
              <a:rPr/>
              <a:t>Ask the room before reading either side. Missing a malignant tumour versus raising a false alarm; blocking a legitimate email versus letting spam through. Nobody needs statistics to rank these, and that is the point -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model, one dataset, and the threshold swept from one end to the other.</a:t>
            </a:r>
          </a:p>
          <a:p>
            <a:pPr lvl="0" indent="0" marL="0">
              <a:buNone/>
            </a:pPr>
          </a:p>
          <a:p>
            <a:pPr lvl="0" indent="0" marL="0">
              <a:buNone/>
            </a:pPr>
            <a:r>
              <a:rPr/>
              <a:t>Follow the two curves in opposite directions. Lower the threshold and recall rises - we catch more of what is there - while precision falls, because more of what we flag is wrong. There is no setting where both are at their best, and no amount of better modelling removes the trade.</a:t>
            </a:r>
          </a:p>
          <a:p>
            <a:pPr lvl="0" indent="0" marL="0">
              <a:buNone/>
            </a:pPr>
          </a:p>
          <a:p>
            <a:pPr lvl="0" indent="0" marL="0">
              <a:buNone/>
            </a:pPr>
            <a:r>
              <a:rPr/>
              <a:t>So the question of whether a model is good has no answer until somebody says which error is worse, which is the slide from earlier arriving again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