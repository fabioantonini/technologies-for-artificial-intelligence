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repository URL on the board or paste it in the chat, and have them clone into a short folder - </a:t>
            </a:r>
            <a:r>
              <a:rPr>
                <a:latin typeface="Courier"/>
              </a:rPr>
              <a:t>git clone &lt;url&gt; tai</a:t>
            </a:r>
            <a:r>
              <a:rPr/>
              <a:t>. The full address is github.com/fabioantonini/technologies-for-artificial-intelligence and it does not fit on a slide in a form anyone can copy; Course/Setup/Docker_Quickstart.md has it written out, and that is what to point them at. The folder name is theirs to choose: Docker Compose does not care what it is called.</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a:t>
            </a:r>
            <a:r>
              <a:rPr>
                <a:solidFill>
                  <a:srgbClr val="19177C"/>
                </a:solidFill>
                <a:latin typeface="Courier"/>
              </a:rPr>
              <a:t>$URL</a:t>
            </a:r>
            <a:r>
              <a:rPr>
                <a:latin typeface="Courier"/>
              </a:rPr>
              <a: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latin typeface="Courier"/>
              </a:rPr>
              <a:t>$URL</a:t>
            </a:r>
            <a:r>
              <a:rPr/>
              <a:t> is in </a:t>
            </a:r>
            <a:r>
              <a:rPr>
                <a:latin typeface="Courier"/>
              </a:rPr>
              <a:t>Course/Setup/</a:t>
            </a:r>
            <a:r>
              <a:rPr/>
              <a:t>. 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