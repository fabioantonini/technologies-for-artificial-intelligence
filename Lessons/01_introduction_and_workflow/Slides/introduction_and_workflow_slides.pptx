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01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Expect this question, and it is the best one in the section: the supervised regression earlier in the notebook ALSO predicted one column of the table from the other twelve, so what makes that one supervised and this one not? The code cannot tell them apart - only the problem can. Two questions do it. Is the quantity wanted for its own sake, or is it a pretext for a representation? And at prediction time, is the target missing - which is why you predict it - or do you hold it and hide it on purpose? Colour intensity was missing and wanted; flavanoids is present and hidden, which is exactly why this one scales to as much data as you like.</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target is the quantity you want, recorded because somebody wanted it.</a:t>
            </a:r>
          </a:p>
          <a:p>
            <a:pPr lvl="0"/>
            <a:r>
              <a:rPr/>
              <a:t>Category → </a:t>
            </a:r>
            <a:r>
              <a:rPr b="1"/>
              <a:t>classification</a:t>
            </a:r>
          </a:p>
          <a:p>
            <a:pPr lvl="0"/>
            <a:r>
              <a:rPr/>
              <a:t>Continuous → </a:t>
            </a:r>
            <a:r>
              <a:rPr b="1"/>
              <a:t>regression</a:t>
            </a:r>
          </a:p>
          <a:p>
            <a:pPr lvl="0"/>
            <a:r>
              <a:rPr/>
              <a:t>At prediction time it is </a:t>
            </a:r>
            <a:r>
              <a:rPr b="1"/>
              <a:t>missing</a:t>
            </a:r>
            <a:r>
              <a:rPr/>
              <a:t> — that is why you predict it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endParaRPr/>
                    </a:p>
                  </a:txBody>
                  <a:tcPr/>
                </a:tc>
                <a:tc>
                  <a:txBody>
                    <a:bodyPr/>
                    <a:lstStyle/>
                    <a:p>
                      <a:pPr lvl="0" indent="0" marL="0">
                        <a:buNone/>
                      </a:pPr>
                      <a:r>
                        <a:rPr/>
                        <a:t>Target</a:t>
                      </a:r>
                    </a:p>
                  </a:txBody>
                  <a:tcPr/>
                </a:tc>
                <a:tc>
                  <a:txBody>
                    <a:bodyPr/>
                    <a:lstStyle/>
                    <a:p>
                      <a:pPr lvl="0" indent="0" marL="0">
                        <a:buNone/>
                      </a:pPr>
                      <a:r>
                        <a:rPr/>
                        <a:t>There when you predict?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What you want</a:t>
                      </a:r>
                    </a:p>
                  </a:txBody>
                </a:tc>
                <a:tc>
                  <a:txBody>
                    <a:bodyPr/>
                    <a:lstStyle/>
                    <a:p>
                      <a:pPr lvl="0" indent="0" marL="0">
                        <a:buNone/>
                      </a:pPr>
                      <a:r>
                        <a:rPr b="1"/>
                        <a:t>No</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A pretext</a:t>
                      </a:r>
                    </a:p>
                  </a:txBody>
                </a:tc>
                <a:tc>
                  <a:txBody>
                    <a:bodyPr/>
                    <a:lstStyle/>
                    <a:p>
                      <a:pPr lvl="0" indent="0" marL="0">
                        <a:buNone/>
                      </a:pPr>
                      <a:r>
                        <a:rPr b="1"/>
                        <a:t>Yes</a:t>
                      </a:r>
                      <a:r>
                        <a:rPr/>
                        <a:t>, you hide it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