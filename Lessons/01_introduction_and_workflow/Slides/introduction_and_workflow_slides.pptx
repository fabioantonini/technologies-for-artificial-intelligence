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which is 770 MB and carries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from 10.4 GB to 770 MB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01: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01: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96.5%.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Say the formal point first, because it is one sentence and it settles the taxonomy: y is manufactured from x, so everything from the first hour applies unchanged - same expected risk, same empirical risk, same gap, same reason to hold data out. The only thing that changed is that the labels became free.</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model, one dataset, and the threshold swept from one end to the other.</a:t>
            </a:r>
          </a:p>
          <a:p>
            <a:pPr lvl="0" indent="0" marL="0">
              <a:buNone/>
            </a:pPr>
          </a:p>
          <a:p>
            <a:pPr lvl="0" indent="0" marL="0">
              <a:buNone/>
            </a:pPr>
            <a:r>
              <a:rPr/>
              <a:t>Follow the two curves in opposite directions. Lower the threshold and recall rises - we catch more of what is there - while precision falls, because more of what we flag is wrong. There is no setting where both are at their best, and no amount of better modelling removes the trade.</a:t>
            </a:r>
          </a:p>
          <a:p>
            <a:pPr lvl="0" indent="0" marL="0">
              <a:buNone/>
            </a:pPr>
          </a:p>
          <a:p>
            <a:pPr lvl="0" indent="0" marL="0">
              <a:buNone/>
            </a:pPr>
            <a:r>
              <a:rPr/>
              <a:t>So the question of whether a model is good has no answer until somebody says which error is worse, which is the slide from earlier arriving again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2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2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every Friday, due the next</a:t>
            </a:r>
          </a:p>
          <a:p>
            <a:pPr lvl="0"/>
            <a:r>
              <a:rPr b="1"/>
              <a:t>Final project</a:t>
            </a:r>
            <a:r>
              <a:rPr/>
              <a:t>: an end-to-end study, with peer review</a:t>
            </a:r>
          </a:p>
          <a:p>
            <a:pPr lvl="0"/>
            <a:r>
              <a:rPr b="1"/>
              <a:t>Written exam</a:t>
            </a:r>
            <a:r>
              <a:rPr/>
              <a:t>: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457202" y="2227571"/>
            <a:ext cx="8229596" cy="22314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96158" y="1723072"/>
            <a:ext cx="6551683" cy="2803208"/>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82572" y="1166099"/>
            <a:ext cx="7978856"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11139" y="1166099"/>
            <a:ext cx="6921721" cy="3360181"/>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