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 ask two or three people what they built, and name the recurring mistake if it came up.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 is allowed to speak;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 at the exam or anywhere else.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for a regression: </a:t>
            </a:r>
            <a:r>
              <a:rPr b="1"/>
              <a:t>always predict the mean</a:t>
            </a:r>
          </a:p>
          <a:p>
            <a:pPr lvl="0"/>
            <a:r>
              <a:rPr/>
              <a:t>On the 150 test houses: root mean squared error (RMSE) </a:t>
            </a:r>
            <a:r>
              <a:rPr b="1"/>
              <a:t>96,440 €</a:t>
            </a:r>
            <a:r>
              <a:rPr/>
              <a:t>, against the model’s </a:t>
            </a:r>
            <a:r>
              <a:rPr b="1"/>
              <a:t>20,341 €</a:t>
            </a:r>
          </a:p>
          <a:p>
            <a:pPr lvl="0"/>
            <a:r>
              <a:rPr b="1"/>
              <a:t>R² = 0.956</a:t>
            </a:r>
            <a:r>
              <a:rPr/>
              <a:t> — the same comparison as one ratio, 0 is the mean, 1 is perfect</a:t>
            </a:r>
          </a:p>
          <a:p>
            <a:pPr lvl="0"/>
            <a:r>
              <a:rPr/>
              <a:t>Quote the euros too: R² is divided by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