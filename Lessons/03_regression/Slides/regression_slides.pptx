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1613" y="1166099"/>
            <a:ext cx="604077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