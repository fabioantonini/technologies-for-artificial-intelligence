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three points is nothing, and 6%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23548" y="1166099"/>
            <a:ext cx="509690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 the truth is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55539"/>
            <a:ext cx="82296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59264" y="1166099"/>
            <a:ext cx="562547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77462" y="1166099"/>
            <a:ext cx="5789075"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06339"/>
            <a:ext cx="8229600" cy="26797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 a projection —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Regression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