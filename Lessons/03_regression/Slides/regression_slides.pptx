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 ask two or three people what they built, and name the recurring mistake if it came up.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16, 18, 45, 96. That is the trade being made deliberately - a worse fit on the data we have, in exchange for a better fit on data we do not.</a:t>
            </a:r>
          </a:p>
          <a:p>
            <a:pPr lvl="0" indent="0" marL="0">
              <a:buNone/>
            </a:pPr>
          </a:p>
          <a:p>
            <a:pPr lvl="0" indent="0" marL="0">
              <a:buNone/>
            </a:pPr>
            <a:r>
              <a:rPr/>
              <a:t>And it stops paying. At lambda 100 the test error is 228, worse than no penalty at all,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00039"/>
            <a:ext cx="8229600" cy="189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457200" y="2128639"/>
            <a:ext cx="8229600" cy="14351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12789"/>
            <a:ext cx="8229600" cy="1066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457200" y="2166739"/>
            <a:ext cx="8229600" cy="1358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0" y="2376289"/>
            <a:ext cx="8229599" cy="9398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457200" y="2274689"/>
            <a:ext cx="8229600" cy="1143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