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2,480 euros per square metre against a true 2,400. Three data points, two parameters, 4%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Alpha sets the exchange rate between fitting the data and keeping coefficients small; at alpha = 0 both are ordinary least squares.</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alpha 100 the test error is 228, worse than no penalty at all, because the model is now too rigid to follow the curve.</a:t>
            </a:r>
          </a:p>
          <a:p>
            <a:pPr lvl="0" indent="0" marL="0">
              <a:buNone/>
            </a:pPr>
          </a:p>
          <a:p>
            <a:pPr lvl="0" indent="0" marL="0">
              <a:buNone/>
            </a:pPr>
            <a:r>
              <a:rPr/>
              <a:t>The useful range spans four orders of magnitude, which is why alpha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alpha: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alpha and stay.</a:t>
            </a:r>
          </a:p>
          <a:p>
            <a:pPr lvl="0" indent="0" marL="0">
              <a:buNone/>
            </a:pPr>
          </a:p>
          <a:p>
            <a:pPr lvl="0" indent="0" marL="0">
              <a:buNone/>
            </a:pPr>
            <a:r>
              <a:rPr/>
              <a:t>Give the order in which lasso drops features on the housing data, because it is not arbitrary: garage first at alpha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alpha,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alpha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alpha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23548" y="1166099"/>
            <a:ext cx="5096903"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 but you can feel which way the ground slopes.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 from scratch.</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table that matters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ab055cc3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α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α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α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70490" y="1166099"/>
            <a:ext cx="6003019"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06339"/>
            <a:ext cx="8229600" cy="26797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 the same measurement, two units.</a:t>
            </a:r>
          </a:p>
          <a:p>
            <a:pPr lvl="0" indent="0" marL="0">
              <a:buNone/>
            </a:pPr>
            <a:r>
              <a:rPr/>
              <a:t>Correlation: </a:t>
            </a:r>
            <a:r>
              <a:rPr b="1"/>
              <a:t>0.999999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 a projection —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Regression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