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three points is nothing, and 6% here is luck as much as method. Notebook 1 does the same on 450 houses and gets 2,410. The point is not the accuracy, it is that the formula is arithmetic you could do by hand.</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1613" y="1166099"/>
            <a:ext cx="604077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