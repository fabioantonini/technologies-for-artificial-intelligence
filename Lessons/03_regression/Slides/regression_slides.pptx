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that the second derivative is X transpose X, which is positive semi-definite (it is never negative in any direction),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idea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through it themselves.</a:t>
            </a:r>
          </a:p>
          <a:p>
            <a:pPr lvl="0" indent="0" marL="0">
              <a:buNone/>
            </a:pPr>
          </a:p>
          <a:p>
            <a:pPr lvl="0" indent="0" marL="0">
              <a:buNone/>
            </a:pPr>
            <a:r>
              <a:rPr/>
              <a:t>The two moments worth pausing on together. First, the agreement between their four-line normal equation and scikit-learn to twelve decimal places - it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for each unit of coefficient size it spends.</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p>
          <a:p>
            <a:pPr lvl="0"/>
            <a:r>
              <a:rPr/>
              <a:t>On the 150 test houses: root mean squared error (RMSE) </a:t>
            </a:r>
            <a:r>
              <a:rPr b="1"/>
              <a:t>96,440 €</a:t>
            </a:r>
            <a:r>
              <a:rPr/>
              <a:t>, against the model’s </a:t>
            </a:r>
            <a:r>
              <a:rPr b="1"/>
              <a:t>20,341 €</a:t>
            </a:r>
          </a:p>
          <a:p>
            <a:pPr lvl="0"/>
            <a:r>
              <a:rPr b="1"/>
              <a:t>R² = 0.956</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