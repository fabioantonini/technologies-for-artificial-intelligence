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 ask two or three people what they built, and name the recurring mistake if it came up.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