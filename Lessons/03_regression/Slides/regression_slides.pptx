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that the second derivative is X transpose X, which is positive semi-definite (it is never negative in any direction),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idea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twelve decimal places - it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for each unit of coefficient size it spends.</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 bike sharing demand -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is </a:t>
            </a:r>
            <a:r>
              <a:rPr b="1"/>
              <a:t>maximum likelihood</a:t>
            </a:r>
            <a:r>
              <a:rPr/>
              <a:t>: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14-17</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20-24</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49-50</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27-28</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29-31</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32-34</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36</a:t>
                      </a:r>
                    </a:p>
                  </a:txBody>
                </a:tc>
                <a:tc>
                  <a:txBody>
                    <a:bodyPr/>
                    <a:lstStyle/>
                    <a:p>
                      <a:pPr lvl="0" indent="0" marL="0">
                        <a:buNone/>
                      </a:pPr>
                      <a:r>
                        <a:rPr/>
                        <a:t>the fitted coefficients → largest 3,097,038,010 at degree 12</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37-41</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44-46</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47-48</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