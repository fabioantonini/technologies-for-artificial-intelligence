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a:t>
            </a:r>
          </a:p>
          <a:p>
            <a:pPr lvl="0" indent="0" marL="0">
              <a:buNone/>
            </a:pPr>
          </a:p>
          <a:p>
            <a:pPr lvl="0" indent="0" marL="0">
              <a:buNone/>
            </a:pPr>
            <a:r>
              <a:rPr/>
              <a:t>Step 1: of every possible single question, debt ratio at or below 0.82 is the one that leaves the two groups purest - 971 applicants at 26% default against 229 at 94%. Do not say why it is the best yet; the next slides give the number that ranks it.</a:t>
            </a:r>
          </a:p>
          <a:p>
            <a:pPr lvl="0" indent="0" marL="0">
              <a:buNone/>
            </a:pPr>
          </a:p>
          <a:p>
            <a:pPr lvl="0" indent="0" marL="0">
              <a:buNone/>
            </a:pPr>
            <a:r>
              <a:rPr/>
              <a:t>Step 2 is the word “recursive” made visible. The tree now asks a question inside each group, and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another divides 160 applicants into 90% and 97% default - both still predicted “default”, so the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Give them the first step in numbers, because it makes y - p concrete. The ensemble starts at the base rate’s log-odds, F0 = log(0.387 / 0.613) = -0.461, which predicts 0.387 for everyone. The first tree is fit to y - p: +0.613 for every applicant who defaulted, -0.387 for every one who repaid.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073385" y="1166099"/>
            <a:ext cx="6997230"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a:p>
            <a:pPr lvl="0"/>
            <a:r>
              <a:rPr/>
              <a:t>971 applicants left (0.256 defaulted), 229 right (0.939): gain </a:t>
            </a:r>
            <a:r>
              <a:rPr b="1"/>
              <a:t>0.144</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0.882 against 0.911, and the only model here a person can read</a:t>
            </a:r>
          </a:p>
          <a:p>
            <a:pPr lvl="0"/>
            <a:r>
              <a:rPr/>
              <a:t>The </a:t>
            </a:r>
            <a:r>
              <a:rPr b="1"/>
              <a:t>unconstrained tree is the worst model on the list</a:t>
            </a:r>
            <a:r>
              <a:rPr/>
              <a:t>, despite being the most flexible 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