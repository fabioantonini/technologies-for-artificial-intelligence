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subscripts are before reading the formula: P, L and R are the parent group and its two children, the same three the handout names in words, and the m terms are how many examples are in each. 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20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20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