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6 quickly - a sentence on what the class did well (most picked a defensible family) and a sentence on the common gap (several reports quoted a cross-validated score without ever checking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13 November, 09:00 - it is due as lesson 8 begins.</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which family</a:t>
            </a:r>
            <a:r>
              <a:rPr/>
              <a:t>, not for the winning score</a:t>
            </a:r>
          </a:p>
          <a:p>
            <a:pPr lvl="0"/>
            <a:r>
              <a:rPr/>
              <a:t>The recurring gap: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0.883 against 0.911, and the only model here a person can read</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due </a:t>
            </a:r>
            <a:r>
              <a:rPr b="1"/>
              <a:t>Friday 13 November 2026, 09:00</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