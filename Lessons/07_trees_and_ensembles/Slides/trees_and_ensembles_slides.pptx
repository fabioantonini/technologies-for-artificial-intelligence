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 is the fraction of the group belonging to class c,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mL and mR are the sizes of the two children, mP = mL + mR. Read it as: what the parent’s impurity was, minus what is left after the split, weighted by how the group was divided. The tree keeps whichever candidate split makes Δ 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 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Ft is the previous ensemble plus a scaled correction from the newest tree, ht. Read it left to right: start flat, then keep adding small, scaled corrections.</a:t>
            </a:r>
          </a:p>
          <a:p>
            <a:pPr lvl="0" indent="0" marL="0">
              <a:buNone/>
            </a:pPr>
          </a:p>
          <a:p>
            <a:pPr lvl="0" indent="0" marL="0">
              <a:buNone/>
            </a:pPr>
            <a:r>
              <a:rPr/>
              <a:t>Do not derive anything further here - the next slide states what ht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23:59 - the same date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 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 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Ft₋₁(x)</a:t>
            </a:r>
          </a:p>
          <a:p>
            <a:pPr lvl="0"/>
            <a:r>
              <a:rPr/>
              <a:t>This is a special case of a more general idea: </a:t>
            </a:r>
            <a:r>
              <a:rPr b="1"/>
              <a:t>functional gradient descent</a:t>
            </a:r>
            <a:r>
              <a:rPr/>
              <a:t>: ht approximates the negative gradient of the loss with respect to Ft₋₁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23:59</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