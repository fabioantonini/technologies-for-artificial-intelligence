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 terms are the sizes of the left and right children, and they add to the parent’s. Read it as: what the parent’s impurity was, minus what is left after the split, weighted by how the group was divided.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 coefficient of 365 where an unpenalised fit wanted billions,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13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29950" y="1825802"/>
            <a:ext cx="4884099" cy="2040774"/>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79489"/>
            <a:ext cx="8229600" cy="53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few questions, only the coarsest structure. High bias, low variance</a:t>
            </a:r>
          </a:p>
          <a:p>
            <a:pPr lvl="0"/>
            <a:r>
              <a:rPr b="1"/>
              <a:t>Deep tree</a:t>
            </a:r>
            <a:r>
              <a:rPr/>
              <a:t>: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every leaf at level d splits before any leaf reaches d+1, useful or not</a:t>
            </a:r>
          </a:p>
          <a:p>
            <a:pPr lvl="0"/>
            <a:r>
              <a:rPr>
                <a:latin typeface="Courier"/>
              </a:rPr>
              <a:t>max_leaf_nodes</a:t>
            </a:r>
            <a:r>
              <a:rPr/>
              <a:t> grows it </a:t>
            </a:r>
            <a:r>
              <a:rPr b="1"/>
              <a:t>best-first</a:t>
            </a:r>
            <a:r>
              <a:rPr/>
              <a:t>: always expanding whichever leaf offers the largest ΔG</a:t>
            </a:r>
          </a:p>
          <a:p>
            <a:pPr lvl="0"/>
            <a:r>
              <a:rPr/>
              <a:t>With </a:t>
            </a:r>
            <a:r>
              <a:rPr>
                <a:latin typeface="Courier"/>
              </a:rPr>
              <a:t>max_leaf_nodes = 9</a:t>
            </a:r>
            <a:r>
              <a:rPr/>
              <a:t>: </a:t>
            </a:r>
            <a:r>
              <a:rPr b="1"/>
              <a:t>90.8%</a:t>
            </a:r>
            <a:r>
              <a:rPr/>
              <a:t> training accuracy, every threshold recognisable: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A tree’s mistakes differ across resamples, as just measured, so </a:t>
            </a:r>
            <a:r>
              <a:rPr b="1"/>
              <a:t>many trees, averaged</a:t>
            </a:r>
            <a:r>
              <a:rPr/>
              <a:t> should partly cancel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the impurity reduction each feature is responsible for, summed over every tree and split</a:t>
            </a:r>
          </a:p>
          <a:p>
            <a:pPr lvl="0"/>
            <a:r>
              <a:rPr/>
              <a:t>Tempting to read as “the forest tells you which features matter” - and with only the two real features here,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92189"/>
            <a:ext cx="8229600" cy="508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Fₜ₋₁(x)</a:t>
            </a:r>
          </a:p>
          <a:p>
            <a:pPr lvl="0"/>
            <a:r>
              <a:rPr/>
              <a:t>This is a special case of a more general idea: </a:t>
            </a:r>
            <a:r>
              <a:rPr b="1"/>
              <a:t>functional gradient descent</a:t>
            </a:r>
            <a:r>
              <a:rPr/>
              <a:t>: hₜ approximates the negative gradient of the loss with respect to Fₜ₋₁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 point and a half of the others: </a:t>
            </a:r>
            <a:r>
              <a:rPr b="1"/>
              <a:t>which strategy</a:t>
            </a:r>
            <a:r>
              <a:rPr/>
              <a:t> matters far less than </a:t>
            </a:r>
            <a:r>
              <a:rPr b="1"/>
              <a:t>whether you ensemble at all</a:t>
            </a:r>
          </a:p>
          <a:p>
            <a:pPr lvl="0"/>
            <a:r>
              <a:rPr/>
              <a:t>The tuned single tree is close behind, 0.883 against 0.911, and the only model here a person can read</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13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