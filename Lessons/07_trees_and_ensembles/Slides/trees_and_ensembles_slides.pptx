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subscripts are before reading the formula: P, L and R are the parent group and its two children, the same three the handout names in words, and the m terms are how many examples are in each. 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13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62991" y="1815411"/>
            <a:ext cx="4818018" cy="2061556"/>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0.883 against 0.911, and the only model here a person can read</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13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