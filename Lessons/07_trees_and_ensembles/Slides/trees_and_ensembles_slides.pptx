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 terms are the sizes of the left and right children, and they add to the parent’s.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13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683251" y="1166099"/>
            <a:ext cx="7777497"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77488865aa.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Fₜ₋₁(x)</a:t>
            </a:r>
          </a:p>
          <a:p>
            <a:pPr lvl="0"/>
            <a:r>
              <a:rPr/>
              <a:t>This is a special case of a more general idea: </a:t>
            </a:r>
            <a:r>
              <a:rPr b="1"/>
              <a:t>functional gradient descent</a:t>
            </a:r>
            <a:r>
              <a:rPr/>
              <a:t>: hₜ approximates the negative gradient of the loss with respect to Fₜ₋₁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0.883 against 0.911, and the only model here a person can read</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13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